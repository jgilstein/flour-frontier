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  <p:sldMasterId id="2147483734" r:id="rId2"/>
  </p:sldMasterIdLst>
  <p:notesMasterIdLst>
    <p:notesMasterId r:id="rId16"/>
  </p:notesMasterIdLst>
  <p:sldIdLst>
    <p:sldId id="272" r:id="rId3"/>
    <p:sldId id="279" r:id="rId4"/>
    <p:sldId id="260" r:id="rId5"/>
    <p:sldId id="274" r:id="rId6"/>
    <p:sldId id="287" r:id="rId7"/>
    <p:sldId id="301" r:id="rId8"/>
    <p:sldId id="292" r:id="rId9"/>
    <p:sldId id="296" r:id="rId10"/>
    <p:sldId id="261" r:id="rId11"/>
    <p:sldId id="282" r:id="rId12"/>
    <p:sldId id="297" r:id="rId13"/>
    <p:sldId id="295" r:id="rId14"/>
    <p:sldId id="294" r:id="rId15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ADB5"/>
    <a:srgbClr val="0054A6"/>
    <a:srgbClr val="F8971D"/>
    <a:srgbClr val="3B82F6"/>
    <a:srgbClr val="F97316"/>
    <a:srgbClr val="22C55E"/>
    <a:srgbClr val="F7C61E"/>
    <a:srgbClr val="0A4A8E"/>
    <a:srgbClr val="EC8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86B20-2236-44AB-A521-31B02904D06D}" v="847" dt="2026-07-10T16:00:50.8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61" autoAdjust="0"/>
    <p:restoredTop sz="58838" autoAdjust="0"/>
  </p:normalViewPr>
  <p:slideViewPr>
    <p:cSldViewPr snapToGrid="0">
      <p:cViewPr varScale="1">
        <p:scale>
          <a:sx n="62" d="100"/>
          <a:sy n="62" d="100"/>
        </p:scale>
        <p:origin x="364" y="44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Gilstein" userId="62cb0a79-6670-4fbc-800d-9777482770ad" providerId="ADAL" clId="{E8E93B12-7B5D-4D61-AB68-55954BC0EA68}"/>
    <pc:docChg chg="undo redo custSel addSld delSld modSld sldOrd modMainMaster">
      <pc:chgData name="Jake Gilstein" userId="62cb0a79-6670-4fbc-800d-9777482770ad" providerId="ADAL" clId="{E8E93B12-7B5D-4D61-AB68-55954BC0EA68}" dt="2026-07-10T15:26:36.066" v="56473"/>
      <pc:docMkLst>
        <pc:docMk/>
      </pc:docMkLst>
      <pc:sldChg chg="modSp mod modTransition setBg modAnim modNotesTx">
        <pc:chgData name="Jake Gilstein" userId="62cb0a79-6670-4fbc-800d-9777482770ad" providerId="ADAL" clId="{E8E93B12-7B5D-4D61-AB68-55954BC0EA68}" dt="2026-07-09T22:05:33.069" v="56444" actId="18331"/>
        <pc:sldMkLst>
          <pc:docMk/>
          <pc:sldMk cId="510532347" sldId="260"/>
        </pc:sldMkLst>
        <pc:spChg chg="mod">
          <ac:chgData name="Jake Gilstein" userId="62cb0a79-6670-4fbc-800d-9777482770ad" providerId="ADAL" clId="{E8E93B12-7B5D-4D61-AB68-55954BC0EA68}" dt="2026-06-29T22:26:55.961" v="24437"/>
          <ac:spMkLst>
            <pc:docMk/>
            <pc:sldMk cId="510532347" sldId="260"/>
            <ac:spMk id="11" creationId="{76AA7999-B459-D0AA-D675-86E403ED77BF}"/>
          </ac:spMkLst>
        </pc:spChg>
        <pc:spChg chg="mod">
          <ac:chgData name="Jake Gilstein" userId="62cb0a79-6670-4fbc-800d-9777482770ad" providerId="ADAL" clId="{E8E93B12-7B5D-4D61-AB68-55954BC0EA68}" dt="2026-06-18T02:58:40.392" v="78" actId="20577"/>
          <ac:spMkLst>
            <pc:docMk/>
            <pc:sldMk cId="510532347" sldId="260"/>
            <ac:spMk id="12" creationId="{89EB524A-1D28-C715-FF54-5CE1A195121E}"/>
          </ac:spMkLst>
        </pc:spChg>
        <pc:spChg chg="mod">
          <ac:chgData name="Jake Gilstein" userId="62cb0a79-6670-4fbc-800d-9777482770ad" providerId="ADAL" clId="{E8E93B12-7B5D-4D61-AB68-55954BC0EA68}" dt="2026-06-19T15:57:35.091" v="15542" actId="20577"/>
          <ac:spMkLst>
            <pc:docMk/>
            <pc:sldMk cId="510532347" sldId="260"/>
            <ac:spMk id="13" creationId="{C28E97F3-CB1A-71F7-E5CB-806B42FF4C0B}"/>
          </ac:spMkLst>
        </pc:spChg>
      </pc:sldChg>
      <pc:sldChg chg="addSp delSp modSp mod ord modTransition setBg addAnim delAnim modAnim modNotesTx">
        <pc:chgData name="Jake Gilstein" userId="62cb0a79-6670-4fbc-800d-9777482770ad" providerId="ADAL" clId="{E8E93B12-7B5D-4D61-AB68-55954BC0EA68}" dt="2026-07-10T15:26:36.066" v="56473"/>
        <pc:sldMkLst>
          <pc:docMk/>
          <pc:sldMk cId="4002192904" sldId="261"/>
        </pc:sldMkLst>
        <pc:spChg chg="mod">
          <ac:chgData name="Jake Gilstein" userId="62cb0a79-6670-4fbc-800d-9777482770ad" providerId="ADAL" clId="{E8E93B12-7B5D-4D61-AB68-55954BC0EA68}" dt="2026-07-06T19:57:18.891" v="34461" actId="20577"/>
          <ac:spMkLst>
            <pc:docMk/>
            <pc:sldMk cId="4002192904" sldId="261"/>
            <ac:spMk id="4" creationId="{BB263BF4-EE4B-0034-7EDC-22B9B23F77D5}"/>
          </ac:spMkLst>
        </pc:spChg>
        <pc:picChg chg="add del mod">
          <ac:chgData name="Jake Gilstein" userId="62cb0a79-6670-4fbc-800d-9777482770ad" providerId="ADAL" clId="{E8E93B12-7B5D-4D61-AB68-55954BC0EA68}" dt="2026-07-09T18:22:30.593" v="50426" actId="478"/>
          <ac:picMkLst>
            <pc:docMk/>
            <pc:sldMk cId="4002192904" sldId="261"/>
            <ac:picMk id="3" creationId="{1D2A94F6-110F-5EAC-95BB-F6E1F694C7E0}"/>
          </ac:picMkLst>
        </pc:picChg>
        <pc:picChg chg="add mod ord">
          <ac:chgData name="Jake Gilstein" userId="62cb0a79-6670-4fbc-800d-9777482770ad" providerId="ADAL" clId="{E8E93B12-7B5D-4D61-AB68-55954BC0EA68}" dt="2026-07-10T15:26:36.066" v="56473"/>
          <ac:picMkLst>
            <pc:docMk/>
            <pc:sldMk cId="4002192904" sldId="261"/>
            <ac:picMk id="3" creationId="{F0007662-B572-ED32-1891-C0B5479B8E20}"/>
          </ac:picMkLst>
        </pc:picChg>
        <pc:picChg chg="add del mod ord">
          <ac:chgData name="Jake Gilstein" userId="62cb0a79-6670-4fbc-800d-9777482770ad" providerId="ADAL" clId="{E8E93B12-7B5D-4D61-AB68-55954BC0EA68}" dt="2026-07-09T18:23:52.355" v="50432" actId="478"/>
          <ac:picMkLst>
            <pc:docMk/>
            <pc:sldMk cId="4002192904" sldId="261"/>
            <ac:picMk id="6" creationId="{4EC91224-02E9-49E2-4D26-A3388C451E15}"/>
          </ac:picMkLst>
        </pc:picChg>
        <pc:picChg chg="add del mod ord">
          <ac:chgData name="Jake Gilstein" userId="62cb0a79-6670-4fbc-800d-9777482770ad" providerId="ADAL" clId="{E8E93B12-7B5D-4D61-AB68-55954BC0EA68}" dt="2026-07-09T22:10:36.737" v="56456" actId="478"/>
          <ac:picMkLst>
            <pc:docMk/>
            <pc:sldMk cId="4002192904" sldId="261"/>
            <ac:picMk id="7" creationId="{C3DB46AD-51B7-6DA1-03B6-7AB8158405ED}"/>
          </ac:picMkLst>
        </pc:picChg>
      </pc:sldChg>
      <pc:sldChg chg="addSp delSp modSp mod modTransition setBg modNotesTx">
        <pc:chgData name="Jake Gilstein" userId="62cb0a79-6670-4fbc-800d-9777482770ad" providerId="ADAL" clId="{E8E93B12-7B5D-4D61-AB68-55954BC0EA68}" dt="2026-07-09T22:05:33.069" v="56444" actId="18331"/>
        <pc:sldMkLst>
          <pc:docMk/>
          <pc:sldMk cId="2804950940" sldId="272"/>
        </pc:sldMkLst>
      </pc:sldChg>
      <pc:sldChg chg="addSp delSp modSp mod ord modTransition setBg delAnim modAnim modNotesTx">
        <pc:chgData name="Jake Gilstein" userId="62cb0a79-6670-4fbc-800d-9777482770ad" providerId="ADAL" clId="{E8E93B12-7B5D-4D61-AB68-55954BC0EA68}" dt="2026-07-09T22:05:33.069" v="56444" actId="18331"/>
        <pc:sldMkLst>
          <pc:docMk/>
          <pc:sldMk cId="3179498663" sldId="274"/>
        </pc:sldMkLst>
        <pc:spChg chg="add mod">
          <ac:chgData name="Jake Gilstein" userId="62cb0a79-6670-4fbc-800d-9777482770ad" providerId="ADAL" clId="{E8E93B12-7B5D-4D61-AB68-55954BC0EA68}" dt="2026-07-01T20:53:36.510" v="28461" actId="1076"/>
          <ac:spMkLst>
            <pc:docMk/>
            <pc:sldMk cId="3179498663" sldId="274"/>
            <ac:spMk id="2" creationId="{37EF1B1D-EBA0-F019-EE21-928151B0E259}"/>
          </ac:spMkLst>
        </pc:spChg>
        <pc:spChg chg="add mod">
          <ac:chgData name="Jake Gilstein" userId="62cb0a79-6670-4fbc-800d-9777482770ad" providerId="ADAL" clId="{E8E93B12-7B5D-4D61-AB68-55954BC0EA68}" dt="2026-06-18T22:24:29.673" v="8941" actId="1076"/>
          <ac:spMkLst>
            <pc:docMk/>
            <pc:sldMk cId="3179498663" sldId="274"/>
            <ac:spMk id="5" creationId="{3AB6BD06-9555-BFDD-BB5F-B655A92C0963}"/>
          </ac:spMkLst>
        </pc:spChg>
        <pc:spChg chg="add mod">
          <ac:chgData name="Jake Gilstein" userId="62cb0a79-6670-4fbc-800d-9777482770ad" providerId="ADAL" clId="{E8E93B12-7B5D-4D61-AB68-55954BC0EA68}" dt="2026-07-01T20:54:19.515" v="28467" actId="1076"/>
          <ac:spMkLst>
            <pc:docMk/>
            <pc:sldMk cId="3179498663" sldId="274"/>
            <ac:spMk id="6" creationId="{EE3E3398-132F-EA15-420A-F7C134C36A68}"/>
          </ac:spMkLst>
        </pc:spChg>
        <pc:spChg chg="mod topLvl">
          <ac:chgData name="Jake Gilstein" userId="62cb0a79-6670-4fbc-800d-9777482770ad" providerId="ADAL" clId="{E8E93B12-7B5D-4D61-AB68-55954BC0EA68}" dt="2026-07-01T20:53:50.782" v="28463" actId="1076"/>
          <ac:spMkLst>
            <pc:docMk/>
            <pc:sldMk cId="3179498663" sldId="274"/>
            <ac:spMk id="17" creationId="{58D46C0B-E855-4CCE-F82E-2A0E3937578A}"/>
          </ac:spMkLst>
        </pc:spChg>
        <pc:spChg chg="add mod">
          <ac:chgData name="Jake Gilstein" userId="62cb0a79-6670-4fbc-800d-9777482770ad" providerId="ADAL" clId="{E8E93B12-7B5D-4D61-AB68-55954BC0EA68}" dt="2026-06-29T21:40:03.925" v="22809" actId="14100"/>
          <ac:spMkLst>
            <pc:docMk/>
            <pc:sldMk cId="3179498663" sldId="274"/>
            <ac:spMk id="25" creationId="{D6A5BD38-C64D-D2D5-1B6F-3901A82DF67D}"/>
          </ac:spMkLst>
        </pc:spChg>
        <pc:spChg chg="add mod">
          <ac:chgData name="Jake Gilstein" userId="62cb0a79-6670-4fbc-800d-9777482770ad" providerId="ADAL" clId="{E8E93B12-7B5D-4D61-AB68-55954BC0EA68}" dt="2026-06-29T21:40:24.432" v="22811" actId="1076"/>
          <ac:spMkLst>
            <pc:docMk/>
            <pc:sldMk cId="3179498663" sldId="274"/>
            <ac:spMk id="26" creationId="{B597F21B-E58A-871C-5AD6-18EB9FC00F0C}"/>
          </ac:spMkLst>
        </pc:spChg>
        <pc:spChg chg="mod topLvl">
          <ac:chgData name="Jake Gilstein" userId="62cb0a79-6670-4fbc-800d-9777482770ad" providerId="ADAL" clId="{E8E93B12-7B5D-4D61-AB68-55954BC0EA68}" dt="2026-07-01T20:54:02.108" v="28464" actId="1076"/>
          <ac:spMkLst>
            <pc:docMk/>
            <pc:sldMk cId="3179498663" sldId="274"/>
            <ac:spMk id="31" creationId="{867873CF-CD64-ACF9-54FA-6C67928841D2}"/>
          </ac:spMkLst>
        </pc:spChg>
        <pc:spChg chg="mod">
          <ac:chgData name="Jake Gilstein" userId="62cb0a79-6670-4fbc-800d-9777482770ad" providerId="ADAL" clId="{E8E93B12-7B5D-4D61-AB68-55954BC0EA68}" dt="2026-07-01T20:53:00.717" v="28459" actId="1076"/>
          <ac:spMkLst>
            <pc:docMk/>
            <pc:sldMk cId="3179498663" sldId="274"/>
            <ac:spMk id="39" creationId="{015F896F-44DD-A6BA-FA4C-BA7C6DCCFCE0}"/>
          </ac:spMkLst>
        </pc:spChg>
        <pc:spChg chg="mod">
          <ac:chgData name="Jake Gilstein" userId="62cb0a79-6670-4fbc-800d-9777482770ad" providerId="ADAL" clId="{E8E93B12-7B5D-4D61-AB68-55954BC0EA68}" dt="2026-06-24T22:43:25.632" v="17671" actId="114"/>
          <ac:spMkLst>
            <pc:docMk/>
            <pc:sldMk cId="3179498663" sldId="274"/>
            <ac:spMk id="43" creationId="{D49086D7-8D40-5902-40E4-56223B860BF5}"/>
          </ac:spMkLst>
        </pc:spChg>
        <pc:spChg chg="mod ord">
          <ac:chgData name="Jake Gilstein" userId="62cb0a79-6670-4fbc-800d-9777482770ad" providerId="ADAL" clId="{E8E93B12-7B5D-4D61-AB68-55954BC0EA68}" dt="2026-06-18T19:08:17.424" v="2294" actId="167"/>
          <ac:spMkLst>
            <pc:docMk/>
            <pc:sldMk cId="3179498663" sldId="274"/>
            <ac:spMk id="46" creationId="{B192CBCF-5CA3-2F80-151C-E14DB99DE740}"/>
          </ac:spMkLst>
        </pc:spChg>
        <pc:spChg chg="mod">
          <ac:chgData name="Jake Gilstein" userId="62cb0a79-6670-4fbc-800d-9777482770ad" providerId="ADAL" clId="{E8E93B12-7B5D-4D61-AB68-55954BC0EA68}" dt="2026-07-01T20:53:00.717" v="28459" actId="1076"/>
          <ac:spMkLst>
            <pc:docMk/>
            <pc:sldMk cId="3179498663" sldId="274"/>
            <ac:spMk id="47" creationId="{4674CEF7-FB0C-BCA2-9C81-7871988400D5}"/>
          </ac:spMkLst>
        </pc:spChg>
        <pc:spChg chg="mod">
          <ac:chgData name="Jake Gilstein" userId="62cb0a79-6670-4fbc-800d-9777482770ad" providerId="ADAL" clId="{E8E93B12-7B5D-4D61-AB68-55954BC0EA68}" dt="2026-07-01T20:53:39.565" v="28462" actId="1076"/>
          <ac:spMkLst>
            <pc:docMk/>
            <pc:sldMk cId="3179498663" sldId="274"/>
            <ac:spMk id="48" creationId="{1DBF4E2D-6228-4BC6-B399-28E941EB514E}"/>
          </ac:spMkLst>
        </pc:spChg>
        <pc:spChg chg="mod">
          <ac:chgData name="Jake Gilstein" userId="62cb0a79-6670-4fbc-800d-9777482770ad" providerId="ADAL" clId="{E8E93B12-7B5D-4D61-AB68-55954BC0EA68}" dt="2026-06-18T22:24:25.390" v="8940" actId="1076"/>
          <ac:spMkLst>
            <pc:docMk/>
            <pc:sldMk cId="3179498663" sldId="274"/>
            <ac:spMk id="62" creationId="{70822B91-C408-E8CB-E859-D112422723F3}"/>
          </ac:spMkLst>
        </pc:spChg>
        <pc:spChg chg="mod">
          <ac:chgData name="Jake Gilstein" userId="62cb0a79-6670-4fbc-800d-9777482770ad" providerId="ADAL" clId="{E8E93B12-7B5D-4D61-AB68-55954BC0EA68}" dt="2026-07-01T20:54:04.293" v="28465" actId="1076"/>
          <ac:spMkLst>
            <pc:docMk/>
            <pc:sldMk cId="3179498663" sldId="274"/>
            <ac:spMk id="77" creationId="{F320DD1C-04AB-AB7F-E0E2-C6180FF7AEBB}"/>
          </ac:spMkLst>
        </pc:spChg>
        <pc:spChg chg="mod">
          <ac:chgData name="Jake Gilstein" userId="62cb0a79-6670-4fbc-800d-9777482770ad" providerId="ADAL" clId="{E8E93B12-7B5D-4D61-AB68-55954BC0EA68}" dt="2026-06-18T22:21:49.031" v="8837" actId="1076"/>
          <ac:spMkLst>
            <pc:docMk/>
            <pc:sldMk cId="3179498663" sldId="274"/>
            <ac:spMk id="86" creationId="{E1551DA5-C9FE-E3DA-A135-BC73AD3A5643}"/>
          </ac:spMkLst>
        </pc:spChg>
        <pc:picChg chg="mod topLvl">
          <ac:chgData name="Jake Gilstein" userId="62cb0a79-6670-4fbc-800d-9777482770ad" providerId="ADAL" clId="{E8E93B12-7B5D-4D61-AB68-55954BC0EA68}" dt="2026-07-01T20:53:00.717" v="28459" actId="1076"/>
          <ac:picMkLst>
            <pc:docMk/>
            <pc:sldMk cId="3179498663" sldId="274"/>
            <ac:picMk id="30" creationId="{BE027574-1DB8-5E9F-68FE-1A8CBF8AF7C3}"/>
          </ac:picMkLst>
        </pc:picChg>
        <pc:picChg chg="mod ord">
          <ac:chgData name="Jake Gilstein" userId="62cb0a79-6670-4fbc-800d-9777482770ad" providerId="ADAL" clId="{E8E93B12-7B5D-4D61-AB68-55954BC0EA68}" dt="2026-07-01T20:54:10.037" v="28466" actId="1076"/>
          <ac:picMkLst>
            <pc:docMk/>
            <pc:sldMk cId="3179498663" sldId="274"/>
            <ac:picMk id="40" creationId="{EC25E6B4-2AEE-FAA6-DD4A-0B7DFD2A86D0}"/>
          </ac:picMkLst>
        </pc:picChg>
        <pc:picChg chg="mod">
          <ac:chgData name="Jake Gilstein" userId="62cb0a79-6670-4fbc-800d-9777482770ad" providerId="ADAL" clId="{E8E93B12-7B5D-4D61-AB68-55954BC0EA68}" dt="2026-06-18T22:24:33.782" v="8942" actId="1076"/>
          <ac:picMkLst>
            <pc:docMk/>
            <pc:sldMk cId="3179498663" sldId="274"/>
            <ac:picMk id="42" creationId="{8CFA2278-5E3E-5DC3-4404-899F4619F010}"/>
          </ac:picMkLst>
        </pc:picChg>
        <pc:picChg chg="mod">
          <ac:chgData name="Jake Gilstein" userId="62cb0a79-6670-4fbc-800d-9777482770ad" providerId="ADAL" clId="{E8E93B12-7B5D-4D61-AB68-55954BC0EA68}" dt="2026-06-18T22:22:29.211" v="8848" actId="14100"/>
          <ac:picMkLst>
            <pc:docMk/>
            <pc:sldMk cId="3179498663" sldId="274"/>
            <ac:picMk id="50" creationId="{35F7F791-2370-1510-F372-C4EF55FE3A35}"/>
          </ac:picMkLst>
        </pc:picChg>
      </pc:sldChg>
      <pc:sldChg chg="addSp delSp modSp mod modTransition addAnim delAnim modAnim modNotesTx">
        <pc:chgData name="Jake Gilstein" userId="62cb0a79-6670-4fbc-800d-9777482770ad" providerId="ADAL" clId="{E8E93B12-7B5D-4D61-AB68-55954BC0EA68}" dt="2026-07-09T22:14:28.503" v="56466" actId="1076"/>
        <pc:sldMkLst>
          <pc:docMk/>
          <pc:sldMk cId="0" sldId="279"/>
        </pc:sldMkLst>
        <pc:spChg chg="mod">
          <ac:chgData name="Jake Gilstein" userId="62cb0a79-6670-4fbc-800d-9777482770ad" providerId="ADAL" clId="{E8E93B12-7B5D-4D61-AB68-55954BC0EA68}" dt="2026-07-05T15:05:50.378" v="29550" actId="1076"/>
          <ac:spMkLst>
            <pc:docMk/>
            <pc:sldMk cId="0" sldId="279"/>
            <ac:spMk id="12" creationId="{8968CD68-DCF1-413F-4D17-1ED3C15FE644}"/>
          </ac:spMkLst>
        </pc:spChg>
        <pc:spChg chg="mod">
          <ac:chgData name="Jake Gilstein" userId="62cb0a79-6670-4fbc-800d-9777482770ad" providerId="ADAL" clId="{E8E93B12-7B5D-4D61-AB68-55954BC0EA68}" dt="2026-07-05T15:06:28.563" v="29552" actId="1076"/>
          <ac:spMkLst>
            <pc:docMk/>
            <pc:sldMk cId="0" sldId="279"/>
            <ac:spMk id="13" creationId="{8D7AC7A7-5D57-82FE-DB15-59B4B2BF7E86}"/>
          </ac:spMkLst>
        </pc:spChg>
        <pc:spChg chg="mod">
          <ac:chgData name="Jake Gilstein" userId="62cb0a79-6670-4fbc-800d-9777482770ad" providerId="ADAL" clId="{E8E93B12-7B5D-4D61-AB68-55954BC0EA68}" dt="2026-07-06T13:47:54.909" v="29560" actId="1076"/>
          <ac:spMkLst>
            <pc:docMk/>
            <pc:sldMk cId="0" sldId="279"/>
            <ac:spMk id="14" creationId="{0392000B-E895-6307-C9BE-42049FA4E870}"/>
          </ac:spMkLst>
        </pc:spChg>
        <pc:spChg chg="mod">
          <ac:chgData name="Jake Gilstein" userId="62cb0a79-6670-4fbc-800d-9777482770ad" providerId="ADAL" clId="{E8E93B12-7B5D-4D61-AB68-55954BC0EA68}" dt="2026-07-01T21:31:28.684" v="28991" actId="20577"/>
          <ac:spMkLst>
            <pc:docMk/>
            <pc:sldMk cId="0" sldId="279"/>
            <ac:spMk id="225" creationId="{00000000-0000-0000-0000-000000000000}"/>
          </ac:spMkLst>
        </pc:spChg>
        <pc:spChg chg="add del mod">
          <ac:chgData name="Jake Gilstein" userId="62cb0a79-6670-4fbc-800d-9777482770ad" providerId="ADAL" clId="{E8E93B12-7B5D-4D61-AB68-55954BC0EA68}" dt="2026-07-06T20:06:17.489" v="34666" actId="1076"/>
          <ac:spMkLst>
            <pc:docMk/>
            <pc:sldMk cId="0" sldId="279"/>
            <ac:spMk id="227" creationId="{00000000-0000-0000-0000-000000000000}"/>
          </ac:spMkLst>
        </pc:spChg>
        <pc:spChg chg="mod">
          <ac:chgData name="Jake Gilstein" userId="62cb0a79-6670-4fbc-800d-9777482770ad" providerId="ADAL" clId="{E8E93B12-7B5D-4D61-AB68-55954BC0EA68}" dt="2026-07-01T21:27:30.739" v="28956" actId="1076"/>
          <ac:spMkLst>
            <pc:docMk/>
            <pc:sldMk cId="0" sldId="279"/>
            <ac:spMk id="228" creationId="{00000000-0000-0000-0000-000000000000}"/>
          </ac:spMkLst>
        </pc:spChg>
        <pc:picChg chg="add mod ord modCrop">
          <ac:chgData name="Jake Gilstein" userId="62cb0a79-6670-4fbc-800d-9777482770ad" providerId="ADAL" clId="{E8E93B12-7B5D-4D61-AB68-55954BC0EA68}" dt="2026-07-09T22:05:30.347" v="56441" actId="732"/>
          <ac:picMkLst>
            <pc:docMk/>
            <pc:sldMk cId="0" sldId="279"/>
            <ac:picMk id="2" creationId="{E9A02E99-950D-A5BA-AA1E-0AF26699FC04}"/>
          </ac:picMkLst>
        </pc:picChg>
        <pc:picChg chg="add mod">
          <ac:chgData name="Jake Gilstein" userId="62cb0a79-6670-4fbc-800d-9777482770ad" providerId="ADAL" clId="{E8E93B12-7B5D-4D61-AB68-55954BC0EA68}" dt="2026-07-06T13:49:46.045" v="29579" actId="14100"/>
          <ac:picMkLst>
            <pc:docMk/>
            <pc:sldMk cId="0" sldId="279"/>
            <ac:picMk id="4" creationId="{1C67C887-1C78-58F2-31A9-BE39FC004152}"/>
          </ac:picMkLst>
        </pc:picChg>
        <pc:picChg chg="add mod">
          <ac:chgData name="Jake Gilstein" userId="62cb0a79-6670-4fbc-800d-9777482770ad" providerId="ADAL" clId="{E8E93B12-7B5D-4D61-AB68-55954BC0EA68}" dt="2026-07-06T13:48:39.406" v="29568" actId="1076"/>
          <ac:picMkLst>
            <pc:docMk/>
            <pc:sldMk cId="0" sldId="279"/>
            <ac:picMk id="6" creationId="{873A8F8D-170C-04C2-FEC8-F6446761D79C}"/>
          </ac:picMkLst>
        </pc:picChg>
        <pc:picChg chg="add mod">
          <ac:chgData name="Jake Gilstein" userId="62cb0a79-6670-4fbc-800d-9777482770ad" providerId="ADAL" clId="{E8E93B12-7B5D-4D61-AB68-55954BC0EA68}" dt="2026-07-05T15:05:31.585" v="29546" actId="1076"/>
          <ac:picMkLst>
            <pc:docMk/>
            <pc:sldMk cId="0" sldId="279"/>
            <ac:picMk id="7" creationId="{0E1758DD-BE47-7B62-7A3A-FDE025CEA0D1}"/>
          </ac:picMkLst>
        </pc:picChg>
        <pc:picChg chg="add mod">
          <ac:chgData name="Jake Gilstein" userId="62cb0a79-6670-4fbc-800d-9777482770ad" providerId="ADAL" clId="{E8E93B12-7B5D-4D61-AB68-55954BC0EA68}" dt="2026-07-06T13:48:54.981" v="29572" actId="1076"/>
          <ac:picMkLst>
            <pc:docMk/>
            <pc:sldMk cId="0" sldId="279"/>
            <ac:picMk id="9" creationId="{8439F425-7B17-1C1F-89F5-93E9CD8CCD40}"/>
          </ac:picMkLst>
        </pc:picChg>
        <pc:picChg chg="mod">
          <ac:chgData name="Jake Gilstein" userId="62cb0a79-6670-4fbc-800d-9777482770ad" providerId="ADAL" clId="{E8E93B12-7B5D-4D61-AB68-55954BC0EA68}" dt="2026-07-06T13:47:58.998" v="29561" actId="14100"/>
          <ac:picMkLst>
            <pc:docMk/>
            <pc:sldMk cId="0" sldId="279"/>
            <ac:picMk id="10" creationId="{F158993E-5DF1-9C88-4CBC-8CDD0980C4DE}"/>
          </ac:picMkLst>
        </pc:picChg>
        <pc:picChg chg="add mod">
          <ac:chgData name="Jake Gilstein" userId="62cb0a79-6670-4fbc-800d-9777482770ad" providerId="ADAL" clId="{E8E93B12-7B5D-4D61-AB68-55954BC0EA68}" dt="2026-07-06T13:49:26.565" v="29577" actId="1076"/>
          <ac:picMkLst>
            <pc:docMk/>
            <pc:sldMk cId="0" sldId="279"/>
            <ac:picMk id="15" creationId="{66EACD8F-8B40-4303-E61D-CA4D48629A87}"/>
          </ac:picMkLst>
        </pc:picChg>
        <pc:picChg chg="mod">
          <ac:chgData name="Jake Gilstein" userId="62cb0a79-6670-4fbc-800d-9777482770ad" providerId="ADAL" clId="{E8E93B12-7B5D-4D61-AB68-55954BC0EA68}" dt="2026-07-05T15:05:44.863" v="29549" actId="1076"/>
          <ac:picMkLst>
            <pc:docMk/>
            <pc:sldMk cId="0" sldId="279"/>
            <ac:picMk id="17" creationId="{BBD5C1D2-8715-47A8-8B0B-850CC8AF7561}"/>
          </ac:picMkLst>
        </pc:picChg>
        <pc:picChg chg="add del mod ord modCrop">
          <ac:chgData name="Jake Gilstein" userId="62cb0a79-6670-4fbc-800d-9777482770ad" providerId="ADAL" clId="{E8E93B12-7B5D-4D61-AB68-55954BC0EA68}" dt="2026-07-09T22:14:28.503" v="56466" actId="1076"/>
          <ac:picMkLst>
            <pc:docMk/>
            <pc:sldMk cId="0" sldId="279"/>
            <ac:picMk id="18" creationId="{891D0F83-2B12-DEEC-F7A0-B6FA392E2FDE}"/>
          </ac:picMkLst>
        </pc:picChg>
        <pc:picChg chg="add mod">
          <ac:chgData name="Jake Gilstein" userId="62cb0a79-6670-4fbc-800d-9777482770ad" providerId="ADAL" clId="{E8E93B12-7B5D-4D61-AB68-55954BC0EA68}" dt="2026-07-09T14:29:44.644" v="48987" actId="14100"/>
          <ac:picMkLst>
            <pc:docMk/>
            <pc:sldMk cId="0" sldId="279"/>
            <ac:picMk id="20" creationId="{611DDA0C-61E8-F3C7-24D5-33B65D381E33}"/>
          </ac:picMkLst>
        </pc:picChg>
        <pc:picChg chg="mod">
          <ac:chgData name="Jake Gilstein" userId="62cb0a79-6670-4fbc-800d-9777482770ad" providerId="ADAL" clId="{E8E93B12-7B5D-4D61-AB68-55954BC0EA68}" dt="2026-07-01T21:27:37.297" v="28958" actId="14100"/>
          <ac:picMkLst>
            <pc:docMk/>
            <pc:sldMk cId="0" sldId="279"/>
            <ac:picMk id="21" creationId="{BA956F66-C0AD-8134-D652-E09CAF41B679}"/>
          </ac:picMkLst>
        </pc:picChg>
        <pc:picChg chg="add mod">
          <ac:chgData name="Jake Gilstein" userId="62cb0a79-6670-4fbc-800d-9777482770ad" providerId="ADAL" clId="{E8E93B12-7B5D-4D61-AB68-55954BC0EA68}" dt="2026-06-29T22:00:27.938" v="23444" actId="1076"/>
          <ac:picMkLst>
            <pc:docMk/>
            <pc:sldMk cId="0" sldId="279"/>
            <ac:picMk id="1026" creationId="{E7ECD216-241C-DD0C-83A2-B57600D8A023}"/>
          </ac:picMkLst>
        </pc:picChg>
        <pc:picChg chg="add mod">
          <ac:chgData name="Jake Gilstein" userId="62cb0a79-6670-4fbc-800d-9777482770ad" providerId="ADAL" clId="{E8E93B12-7B5D-4D61-AB68-55954BC0EA68}" dt="2026-07-01T21:27:39.967" v="28959" actId="1076"/>
          <ac:picMkLst>
            <pc:docMk/>
            <pc:sldMk cId="0" sldId="279"/>
            <ac:picMk id="1028" creationId="{DB060100-8FEF-FCD4-F4F1-3224B4C289A6}"/>
          </ac:picMkLst>
        </pc:picChg>
      </pc:sldChg>
      <pc:sldChg chg="addSp delSp modSp mod modTransition setBg delAnim modAnim modNotesTx">
        <pc:chgData name="Jake Gilstein" userId="62cb0a79-6670-4fbc-800d-9777482770ad" providerId="ADAL" clId="{E8E93B12-7B5D-4D61-AB68-55954BC0EA68}" dt="2026-07-10T15:26:36.066" v="56473"/>
        <pc:sldMkLst>
          <pc:docMk/>
          <pc:sldMk cId="3500200399" sldId="282"/>
        </pc:sldMkLst>
        <pc:spChg chg="mod">
          <ac:chgData name="Jake Gilstein" userId="62cb0a79-6670-4fbc-800d-9777482770ad" providerId="ADAL" clId="{E8E93B12-7B5D-4D61-AB68-55954BC0EA68}" dt="2026-07-06T19:57:37.674" v="34508" actId="313"/>
          <ac:spMkLst>
            <pc:docMk/>
            <pc:sldMk cId="3500200399" sldId="282"/>
            <ac:spMk id="4" creationId="{8C94594A-0A50-B97B-1797-E980E3623EC0}"/>
          </ac:spMkLst>
        </pc:spChg>
        <pc:picChg chg="add del mod ord">
          <ac:chgData name="Jake Gilstein" userId="62cb0a79-6670-4fbc-800d-9777482770ad" providerId="ADAL" clId="{E8E93B12-7B5D-4D61-AB68-55954BC0EA68}" dt="2026-07-09T22:12:59.740" v="56461" actId="478"/>
          <ac:picMkLst>
            <pc:docMk/>
            <pc:sldMk cId="3500200399" sldId="282"/>
            <ac:picMk id="3" creationId="{2093A2EC-4F75-C600-9043-FF3720D335B5}"/>
          </ac:picMkLst>
        </pc:picChg>
        <pc:picChg chg="add mod">
          <ac:chgData name="Jake Gilstein" userId="62cb0a79-6670-4fbc-800d-9777482770ad" providerId="ADAL" clId="{E8E93B12-7B5D-4D61-AB68-55954BC0EA68}" dt="2026-07-10T15:26:36.066" v="56473"/>
          <ac:picMkLst>
            <pc:docMk/>
            <pc:sldMk cId="3500200399" sldId="282"/>
            <ac:picMk id="6" creationId="{49D7046C-EC72-A1F1-B769-B3D829F7772C}"/>
          </ac:picMkLst>
        </pc:picChg>
      </pc:sldChg>
      <pc:sldChg chg="addSp delSp modSp mod ord modTransition modAnim modNotesTx">
        <pc:chgData name="Jake Gilstein" userId="62cb0a79-6670-4fbc-800d-9777482770ad" providerId="ADAL" clId="{E8E93B12-7B5D-4D61-AB68-55954BC0EA68}" dt="2026-07-10T15:26:36.066" v="56473"/>
        <pc:sldMkLst>
          <pc:docMk/>
          <pc:sldMk cId="2683240924" sldId="287"/>
        </pc:sldMkLst>
        <pc:spChg chg="mod">
          <ac:chgData name="Jake Gilstein" userId="62cb0a79-6670-4fbc-800d-9777482770ad" providerId="ADAL" clId="{E8E93B12-7B5D-4D61-AB68-55954BC0EA68}" dt="2026-06-18T19:22:10.282" v="2439" actId="1076"/>
          <ac:spMkLst>
            <pc:docMk/>
            <pc:sldMk cId="2683240924" sldId="287"/>
            <ac:spMk id="7" creationId="{51F196CE-AF80-39CA-DF1A-5D4231594827}"/>
          </ac:spMkLst>
        </pc:spChg>
        <pc:spChg chg="mod">
          <ac:chgData name="Jake Gilstein" userId="62cb0a79-6670-4fbc-800d-9777482770ad" providerId="ADAL" clId="{E8E93B12-7B5D-4D61-AB68-55954BC0EA68}" dt="2026-07-09T15:47:21.684" v="49809" actId="20577"/>
          <ac:spMkLst>
            <pc:docMk/>
            <pc:sldMk cId="2683240924" sldId="287"/>
            <ac:spMk id="8" creationId="{79E9DE9B-C6D5-12F7-0E8F-825D807B63FE}"/>
          </ac:spMkLst>
        </pc:spChg>
        <pc:spChg chg="del mod">
          <ac:chgData name="Jake Gilstein" userId="62cb0a79-6670-4fbc-800d-9777482770ad" providerId="ADAL" clId="{E8E93B12-7B5D-4D61-AB68-55954BC0EA68}" dt="2026-07-09T15:44:59.811" v="49738" actId="478"/>
          <ac:spMkLst>
            <pc:docMk/>
            <pc:sldMk cId="2683240924" sldId="287"/>
            <ac:spMk id="9" creationId="{18F06D17-C600-EAD0-10E3-8C31C7465BFD}"/>
          </ac:spMkLst>
        </pc:spChg>
        <pc:spChg chg="mod">
          <ac:chgData name="Jake Gilstein" userId="62cb0a79-6670-4fbc-800d-9777482770ad" providerId="ADAL" clId="{E8E93B12-7B5D-4D61-AB68-55954BC0EA68}" dt="2026-06-18T19:22:13.430" v="2440" actId="1076"/>
          <ac:spMkLst>
            <pc:docMk/>
            <pc:sldMk cId="2683240924" sldId="287"/>
            <ac:spMk id="10" creationId="{E2312E63-1A5D-20F7-2376-7DBE6433C487}"/>
          </ac:spMkLst>
        </pc:spChg>
        <pc:spChg chg="mod">
          <ac:chgData name="Jake Gilstein" userId="62cb0a79-6670-4fbc-800d-9777482770ad" providerId="ADAL" clId="{E8E93B12-7B5D-4D61-AB68-55954BC0EA68}" dt="2026-06-18T03:10:42.419" v="466" actId="14100"/>
          <ac:spMkLst>
            <pc:docMk/>
            <pc:sldMk cId="2683240924" sldId="287"/>
            <ac:spMk id="11" creationId="{E7BDEC4E-21B0-EC93-A9C4-0041DB8F6FB9}"/>
          </ac:spMkLst>
        </pc:spChg>
        <pc:spChg chg="add mod">
          <ac:chgData name="Jake Gilstein" userId="62cb0a79-6670-4fbc-800d-9777482770ad" providerId="ADAL" clId="{E8E93B12-7B5D-4D61-AB68-55954BC0EA68}" dt="2026-06-18T03:10:31.808" v="460" actId="14100"/>
          <ac:spMkLst>
            <pc:docMk/>
            <pc:sldMk cId="2683240924" sldId="287"/>
            <ac:spMk id="14" creationId="{DD0A6950-9C50-0866-4ADF-2FEB5D6679BF}"/>
          </ac:spMkLst>
        </pc:spChg>
        <pc:spChg chg="add mod">
          <ac:chgData name="Jake Gilstein" userId="62cb0a79-6670-4fbc-800d-9777482770ad" providerId="ADAL" clId="{E8E93B12-7B5D-4D61-AB68-55954BC0EA68}" dt="2026-06-18T03:10:36.020" v="463" actId="14100"/>
          <ac:spMkLst>
            <pc:docMk/>
            <pc:sldMk cId="2683240924" sldId="287"/>
            <ac:spMk id="15" creationId="{4E08E355-CF1C-31EB-36D4-5527EF20081D}"/>
          </ac:spMkLst>
        </pc:spChg>
        <pc:spChg chg="add mod">
          <ac:chgData name="Jake Gilstein" userId="62cb0a79-6670-4fbc-800d-9777482770ad" providerId="ADAL" clId="{E8E93B12-7B5D-4D61-AB68-55954BC0EA68}" dt="2026-06-18T14:35:23.780" v="735" actId="207"/>
          <ac:spMkLst>
            <pc:docMk/>
            <pc:sldMk cId="2683240924" sldId="287"/>
            <ac:spMk id="16" creationId="{C271B8CA-941D-8B58-1CCE-EB9C4EF34421}"/>
          </ac:spMkLst>
        </pc:spChg>
        <pc:spChg chg="add mod">
          <ac:chgData name="Jake Gilstein" userId="62cb0a79-6670-4fbc-800d-9777482770ad" providerId="ADAL" clId="{E8E93B12-7B5D-4D61-AB68-55954BC0EA68}" dt="2026-06-18T03:10:39.538" v="465" actId="14100"/>
          <ac:spMkLst>
            <pc:docMk/>
            <pc:sldMk cId="2683240924" sldId="287"/>
            <ac:spMk id="17" creationId="{B3639CE1-F5F8-7B44-279B-1BDC64DF2572}"/>
          </ac:spMkLst>
        </pc:spChg>
        <pc:spChg chg="mod">
          <ac:chgData name="Jake Gilstein" userId="62cb0a79-6670-4fbc-800d-9777482770ad" providerId="ADAL" clId="{E8E93B12-7B5D-4D61-AB68-55954BC0EA68}" dt="2026-06-18T03:09:15.832" v="419" actId="1076"/>
          <ac:spMkLst>
            <pc:docMk/>
            <pc:sldMk cId="2683240924" sldId="287"/>
            <ac:spMk id="18" creationId="{B10676FD-D219-CE0B-6700-2CDB7B1554CA}"/>
          </ac:spMkLst>
        </pc:spChg>
        <pc:spChg chg="mod">
          <ac:chgData name="Jake Gilstein" userId="62cb0a79-6670-4fbc-800d-9777482770ad" providerId="ADAL" clId="{E8E93B12-7B5D-4D61-AB68-55954BC0EA68}" dt="2026-06-18T18:57:35.320" v="1934" actId="1076"/>
          <ac:spMkLst>
            <pc:docMk/>
            <pc:sldMk cId="2683240924" sldId="287"/>
            <ac:spMk id="20" creationId="{25D3496A-C1C5-7076-0E37-E45BA1A9988D}"/>
          </ac:spMkLst>
        </pc:spChg>
        <pc:spChg chg="mod ord">
          <ac:chgData name="Jake Gilstein" userId="62cb0a79-6670-4fbc-800d-9777482770ad" providerId="ADAL" clId="{E8E93B12-7B5D-4D61-AB68-55954BC0EA68}" dt="2026-06-18T03:09:04.596" v="411" actId="1076"/>
          <ac:spMkLst>
            <pc:docMk/>
            <pc:sldMk cId="2683240924" sldId="287"/>
            <ac:spMk id="22" creationId="{C376E8D7-4861-D694-823F-9556BF2A7CEF}"/>
          </ac:spMkLst>
        </pc:spChg>
        <pc:spChg chg="mod">
          <ac:chgData name="Jake Gilstein" userId="62cb0a79-6670-4fbc-800d-9777482770ad" providerId="ADAL" clId="{E8E93B12-7B5D-4D61-AB68-55954BC0EA68}" dt="2026-06-18T03:14:14.843" v="526" actId="1076"/>
          <ac:spMkLst>
            <pc:docMk/>
            <pc:sldMk cId="2683240924" sldId="287"/>
            <ac:spMk id="23" creationId="{08832120-743F-1A54-0E77-ABFD0C6331C9}"/>
          </ac:spMkLst>
        </pc:spChg>
        <pc:spChg chg="mod ord">
          <ac:chgData name="Jake Gilstein" userId="62cb0a79-6670-4fbc-800d-9777482770ad" providerId="ADAL" clId="{E8E93B12-7B5D-4D61-AB68-55954BC0EA68}" dt="2026-06-18T03:09:36.466" v="428" actId="1076"/>
          <ac:spMkLst>
            <pc:docMk/>
            <pc:sldMk cId="2683240924" sldId="287"/>
            <ac:spMk id="25" creationId="{3E78DF3B-11BF-83E3-1DCC-E8BAF1CE1493}"/>
          </ac:spMkLst>
        </pc:spChg>
        <pc:spChg chg="mod">
          <ac:chgData name="Jake Gilstein" userId="62cb0a79-6670-4fbc-800d-9777482770ad" providerId="ADAL" clId="{E8E93B12-7B5D-4D61-AB68-55954BC0EA68}" dt="2026-06-18T03:14:08.589" v="525" actId="1076"/>
          <ac:spMkLst>
            <pc:docMk/>
            <pc:sldMk cId="2683240924" sldId="287"/>
            <ac:spMk id="26" creationId="{8EE331AF-D7FD-CD28-A558-6AB6878E8E68}"/>
          </ac:spMkLst>
        </pc:spChg>
        <pc:spChg chg="mod ord">
          <ac:chgData name="Jake Gilstein" userId="62cb0a79-6670-4fbc-800d-9777482770ad" providerId="ADAL" clId="{E8E93B12-7B5D-4D61-AB68-55954BC0EA68}" dt="2026-06-18T03:09:51.953" v="437" actId="1076"/>
          <ac:spMkLst>
            <pc:docMk/>
            <pc:sldMk cId="2683240924" sldId="287"/>
            <ac:spMk id="28" creationId="{CA5931FC-65D9-6042-51D4-3DB658CA3C01}"/>
          </ac:spMkLst>
        </pc:spChg>
        <pc:spChg chg="mod">
          <ac:chgData name="Jake Gilstein" userId="62cb0a79-6670-4fbc-800d-9777482770ad" providerId="ADAL" clId="{E8E93B12-7B5D-4D61-AB68-55954BC0EA68}" dt="2026-06-18T03:13:45.907" v="521" actId="1076"/>
          <ac:spMkLst>
            <pc:docMk/>
            <pc:sldMk cId="2683240924" sldId="287"/>
            <ac:spMk id="29" creationId="{1FA1619B-494E-532B-AC7C-8C2CCF202358}"/>
          </ac:spMkLst>
        </pc:spChg>
        <pc:spChg chg="mod ord">
          <ac:chgData name="Jake Gilstein" userId="62cb0a79-6670-4fbc-800d-9777482770ad" providerId="ADAL" clId="{E8E93B12-7B5D-4D61-AB68-55954BC0EA68}" dt="2026-06-18T03:10:09.822" v="448" actId="1076"/>
          <ac:spMkLst>
            <pc:docMk/>
            <pc:sldMk cId="2683240924" sldId="287"/>
            <ac:spMk id="31" creationId="{CC33EA3D-8C6E-85CA-6BCB-95AE00189478}"/>
          </ac:spMkLst>
        </pc:spChg>
        <pc:picChg chg="add mod">
          <ac:chgData name="Jake Gilstein" userId="62cb0a79-6670-4fbc-800d-9777482770ad" providerId="ADAL" clId="{E8E93B12-7B5D-4D61-AB68-55954BC0EA68}" dt="2026-07-10T15:26:36.066" v="56473"/>
          <ac:picMkLst>
            <pc:docMk/>
            <pc:sldMk cId="2683240924" sldId="287"/>
            <ac:picMk id="2" creationId="{18C3FF39-BAAF-2D73-B3E4-58DDD10735D3}"/>
          </ac:picMkLst>
        </pc:picChg>
      </pc:sldChg>
      <pc:sldChg chg="addSp delSp modSp mod ord modTransition modNotesTx">
        <pc:chgData name="Jake Gilstein" userId="62cb0a79-6670-4fbc-800d-9777482770ad" providerId="ADAL" clId="{E8E93B12-7B5D-4D61-AB68-55954BC0EA68}" dt="2026-07-09T21:44:45.852" v="55794" actId="20577"/>
        <pc:sldMkLst>
          <pc:docMk/>
          <pc:sldMk cId="3431362479" sldId="292"/>
        </pc:sldMkLst>
        <pc:spChg chg="add mod">
          <ac:chgData name="Jake Gilstein" userId="62cb0a79-6670-4fbc-800d-9777482770ad" providerId="ADAL" clId="{E8E93B12-7B5D-4D61-AB68-55954BC0EA68}" dt="2026-07-06T17:32:29.403" v="30439" actId="20577"/>
          <ac:spMkLst>
            <pc:docMk/>
            <pc:sldMk cId="3431362479" sldId="292"/>
            <ac:spMk id="3" creationId="{240EC224-C03D-5282-C2EF-9483854B7B38}"/>
          </ac:spMkLst>
        </pc:spChg>
        <pc:spChg chg="mod">
          <ac:chgData name="Jake Gilstein" userId="62cb0a79-6670-4fbc-800d-9777482770ad" providerId="ADAL" clId="{E8E93B12-7B5D-4D61-AB68-55954BC0EA68}" dt="2026-07-09T15:54:50.733" v="49893" actId="20577"/>
          <ac:spMkLst>
            <pc:docMk/>
            <pc:sldMk cId="3431362479" sldId="292"/>
            <ac:spMk id="7" creationId="{0394A204-0B4E-89EA-EA21-A99E26AEB2F3}"/>
          </ac:spMkLst>
        </pc:spChg>
        <pc:graphicFrameChg chg="add mod modGraphic">
          <ac:chgData name="Jake Gilstein" userId="62cb0a79-6670-4fbc-800d-9777482770ad" providerId="ADAL" clId="{E8E93B12-7B5D-4D61-AB68-55954BC0EA68}" dt="2026-07-09T19:00:18.545" v="51397" actId="20577"/>
          <ac:graphicFrameMkLst>
            <pc:docMk/>
            <pc:sldMk cId="3431362479" sldId="292"/>
            <ac:graphicFrameMk id="4" creationId="{3DE4BC3F-75C1-3FE6-3D0C-661D3714E2EF}"/>
          </ac:graphicFrameMkLst>
        </pc:graphicFrameChg>
      </pc:sldChg>
      <pc:sldChg chg="addSp delSp modSp mod modTransition setBg modAnim modNotesTx">
        <pc:chgData name="Jake Gilstein" userId="62cb0a79-6670-4fbc-800d-9777482770ad" providerId="ADAL" clId="{E8E93B12-7B5D-4D61-AB68-55954BC0EA68}" dt="2026-07-09T22:05:33.069" v="56444" actId="18331"/>
        <pc:sldMkLst>
          <pc:docMk/>
          <pc:sldMk cId="2873635470" sldId="294"/>
        </pc:sldMkLst>
        <pc:picChg chg="add mod modCrop">
          <ac:chgData name="Jake Gilstein" userId="62cb0a79-6670-4fbc-800d-9777482770ad" providerId="ADAL" clId="{E8E93B12-7B5D-4D61-AB68-55954BC0EA68}" dt="2026-07-06T21:30:53.946" v="36626" actId="1076"/>
          <ac:picMkLst>
            <pc:docMk/>
            <pc:sldMk cId="2873635470" sldId="294"/>
            <ac:picMk id="3" creationId="{8C84C16A-E7D6-A9A3-0ABC-59FD290726A9}"/>
          </ac:picMkLst>
        </pc:picChg>
      </pc:sldChg>
      <pc:sldChg chg="addSp delSp modSp add mod ord modTransition modNotesTx">
        <pc:chgData name="Jake Gilstein" userId="62cb0a79-6670-4fbc-800d-9777482770ad" providerId="ADAL" clId="{E8E93B12-7B5D-4D61-AB68-55954BC0EA68}" dt="2026-07-09T21:36:57.770" v="55306" actId="20577"/>
        <pc:sldMkLst>
          <pc:docMk/>
          <pc:sldMk cId="1588195976" sldId="295"/>
        </pc:sldMkLst>
        <pc:spChg chg="mod">
          <ac:chgData name="Jake Gilstein" userId="62cb0a79-6670-4fbc-800d-9777482770ad" providerId="ADAL" clId="{E8E93B12-7B5D-4D61-AB68-55954BC0EA68}" dt="2026-07-09T15:58:58.420" v="49970" actId="20577"/>
          <ac:spMkLst>
            <pc:docMk/>
            <pc:sldMk cId="1588195976" sldId="295"/>
            <ac:spMk id="7" creationId="{7BB6EA10-151A-DC71-5B82-8855E4BEF03C}"/>
          </ac:spMkLst>
        </pc:spChg>
        <pc:graphicFrameChg chg="add mod modGraphic">
          <ac:chgData name="Jake Gilstein" userId="62cb0a79-6670-4fbc-800d-9777482770ad" providerId="ADAL" clId="{E8E93B12-7B5D-4D61-AB68-55954BC0EA68}" dt="2026-07-09T21:23:22.447" v="53105" actId="20577"/>
          <ac:graphicFrameMkLst>
            <pc:docMk/>
            <pc:sldMk cId="1588195976" sldId="295"/>
            <ac:graphicFrameMk id="2" creationId="{F09A02A8-6214-C5AF-63AC-398E8569547E}"/>
          </ac:graphicFrameMkLst>
        </pc:graphicFrameChg>
      </pc:sldChg>
      <pc:sldChg chg="addSp delSp modSp add mod ord modTransition setBg addAnim delAnim modAnim modNotesTx">
        <pc:chgData name="Jake Gilstein" userId="62cb0a79-6670-4fbc-800d-9777482770ad" providerId="ADAL" clId="{E8E93B12-7B5D-4D61-AB68-55954BC0EA68}" dt="2026-07-10T15:26:36.066" v="56473"/>
        <pc:sldMkLst>
          <pc:docMk/>
          <pc:sldMk cId="2390463736" sldId="296"/>
        </pc:sldMkLst>
        <pc:spChg chg="mod">
          <ac:chgData name="Jake Gilstein" userId="62cb0a79-6670-4fbc-800d-9777482770ad" providerId="ADAL" clId="{E8E93B12-7B5D-4D61-AB68-55954BC0EA68}" dt="2026-07-06T19:15:38.314" v="33399" actId="20577"/>
          <ac:spMkLst>
            <pc:docMk/>
            <pc:sldMk cId="2390463736" sldId="296"/>
            <ac:spMk id="4" creationId="{BB263BF4-EE4B-0034-7EDC-22B9B23F77D5}"/>
          </ac:spMkLst>
        </pc:spChg>
        <pc:picChg chg="add mod ord modCrop">
          <ac:chgData name="Jake Gilstein" userId="62cb0a79-6670-4fbc-800d-9777482770ad" providerId="ADAL" clId="{E8E93B12-7B5D-4D61-AB68-55954BC0EA68}" dt="2026-07-10T15:26:36.066" v="56473"/>
          <ac:picMkLst>
            <pc:docMk/>
            <pc:sldMk cId="2390463736" sldId="296"/>
            <ac:picMk id="3" creationId="{C8EFA35F-3A48-AB4C-ACBB-57CFC2060B4A}"/>
          </ac:picMkLst>
        </pc:picChg>
        <pc:picChg chg="add del mod modCrop">
          <ac:chgData name="Jake Gilstein" userId="62cb0a79-6670-4fbc-800d-9777482770ad" providerId="ADAL" clId="{E8E93B12-7B5D-4D61-AB68-55954BC0EA68}" dt="2026-07-09T18:19:45.096" v="50417" actId="478"/>
          <ac:picMkLst>
            <pc:docMk/>
            <pc:sldMk cId="2390463736" sldId="296"/>
            <ac:picMk id="6" creationId="{3CB424A6-2F42-1C0D-99DD-A593F965CBC8}"/>
          </ac:picMkLst>
        </pc:picChg>
      </pc:sldChg>
      <pc:sldChg chg="addSp delSp modSp add mod setBg delAnim modAnim modNotesTx">
        <pc:chgData name="Jake Gilstein" userId="62cb0a79-6670-4fbc-800d-9777482770ad" providerId="ADAL" clId="{E8E93B12-7B5D-4D61-AB68-55954BC0EA68}" dt="2026-07-10T15:26:36.066" v="56473"/>
        <pc:sldMkLst>
          <pc:docMk/>
          <pc:sldMk cId="2419239115" sldId="297"/>
        </pc:sldMkLst>
        <pc:spChg chg="mod">
          <ac:chgData name="Jake Gilstein" userId="62cb0a79-6670-4fbc-800d-9777482770ad" providerId="ADAL" clId="{E8E93B12-7B5D-4D61-AB68-55954BC0EA68}" dt="2026-07-06T20:03:32.339" v="34565" actId="20577"/>
          <ac:spMkLst>
            <pc:docMk/>
            <pc:sldMk cId="2419239115" sldId="297"/>
            <ac:spMk id="4" creationId="{0E19C2C8-4216-DE20-6F2C-F01EE9E18B4A}"/>
          </ac:spMkLst>
        </pc:spChg>
        <pc:picChg chg="add mod ord">
          <ac:chgData name="Jake Gilstein" userId="62cb0a79-6670-4fbc-800d-9777482770ad" providerId="ADAL" clId="{E8E93B12-7B5D-4D61-AB68-55954BC0EA68}" dt="2026-07-10T15:26:36.066" v="56473"/>
          <ac:picMkLst>
            <pc:docMk/>
            <pc:sldMk cId="2419239115" sldId="297"/>
            <ac:picMk id="3" creationId="{3E01185C-FDD8-2498-785F-B2FF6B6BFD19}"/>
          </ac:picMkLst>
        </pc:picChg>
        <pc:picChg chg="add del mod ord">
          <ac:chgData name="Jake Gilstein" userId="62cb0a79-6670-4fbc-800d-9777482770ad" providerId="ADAL" clId="{E8E93B12-7B5D-4D61-AB68-55954BC0EA68}" dt="2026-07-09T18:29:03.432" v="50441" actId="478"/>
          <ac:picMkLst>
            <pc:docMk/>
            <pc:sldMk cId="2419239115" sldId="297"/>
            <ac:picMk id="3" creationId="{FF3D073C-F500-58A8-67A5-520609E5940E}"/>
          </ac:picMkLst>
        </pc:picChg>
        <pc:picChg chg="add del mod ord">
          <ac:chgData name="Jake Gilstein" userId="62cb0a79-6670-4fbc-800d-9777482770ad" providerId="ADAL" clId="{E8E93B12-7B5D-4D61-AB68-55954BC0EA68}" dt="2026-07-09T18:31:03.374" v="50453" actId="478"/>
          <ac:picMkLst>
            <pc:docMk/>
            <pc:sldMk cId="2419239115" sldId="297"/>
            <ac:picMk id="6" creationId="{D6853C8F-39B9-B6F2-DDFB-692F750D500C}"/>
          </ac:picMkLst>
        </pc:picChg>
        <pc:picChg chg="add del mod ord">
          <ac:chgData name="Jake Gilstein" userId="62cb0a79-6670-4fbc-800d-9777482770ad" providerId="ADAL" clId="{E8E93B12-7B5D-4D61-AB68-55954BC0EA68}" dt="2026-07-09T22:23:05.453" v="56470" actId="478"/>
          <ac:picMkLst>
            <pc:docMk/>
            <pc:sldMk cId="2419239115" sldId="297"/>
            <ac:picMk id="7" creationId="{43AA89C4-12F9-49F8-880D-193DE2B72C22}"/>
          </ac:picMkLst>
        </pc:picChg>
      </pc:sldChg>
      <pc:sldChg chg="addSp delSp modSp add mod ord delAnim modAnim modNotesTx">
        <pc:chgData name="Jake Gilstein" userId="62cb0a79-6670-4fbc-800d-9777482770ad" providerId="ADAL" clId="{E8E93B12-7B5D-4D61-AB68-55954BC0EA68}" dt="2026-07-09T21:40:01.242" v="55494" actId="20577"/>
        <pc:sldMkLst>
          <pc:docMk/>
          <pc:sldMk cId="1139284295" sldId="301"/>
        </pc:sldMkLst>
        <pc:spChg chg="mod">
          <ac:chgData name="Jake Gilstein" userId="62cb0a79-6670-4fbc-800d-9777482770ad" providerId="ADAL" clId="{E8E93B12-7B5D-4D61-AB68-55954BC0EA68}" dt="2026-07-09T19:00:51.811" v="51404" actId="20577"/>
          <ac:spMkLst>
            <pc:docMk/>
            <pc:sldMk cId="1139284295" sldId="301"/>
            <ac:spMk id="3" creationId="{D85EB533-4F9F-5348-773A-9FF3402F07C8}"/>
          </ac:spMkLst>
        </pc:spChg>
        <pc:spChg chg="mod ord">
          <ac:chgData name="Jake Gilstein" userId="62cb0a79-6670-4fbc-800d-9777482770ad" providerId="ADAL" clId="{E8E93B12-7B5D-4D61-AB68-55954BC0EA68}" dt="2026-07-09T21:31:23.092" v="54449" actId="20577"/>
          <ac:spMkLst>
            <pc:docMk/>
            <pc:sldMk cId="1139284295" sldId="301"/>
            <ac:spMk id="5" creationId="{81C86E84-4E03-3D61-5EF6-0CC8D1F64A14}"/>
          </ac:spMkLst>
        </pc:spChg>
        <pc:spChg chg="del mod">
          <ac:chgData name="Jake Gilstein" userId="62cb0a79-6670-4fbc-800d-9777482770ad" providerId="ADAL" clId="{E8E93B12-7B5D-4D61-AB68-55954BC0EA68}" dt="2026-07-09T13:58:27.482" v="47636" actId="478"/>
          <ac:spMkLst>
            <pc:docMk/>
            <pc:sldMk cId="1139284295" sldId="301"/>
            <ac:spMk id="11" creationId="{65A09C45-B2D5-7B84-13F8-F6FB53A2B44C}"/>
          </ac:spMkLst>
        </pc:spChg>
        <pc:spChg chg="del mod">
          <ac:chgData name="Jake Gilstein" userId="62cb0a79-6670-4fbc-800d-9777482770ad" providerId="ADAL" clId="{E8E93B12-7B5D-4D61-AB68-55954BC0EA68}" dt="2026-07-09T13:59:03.584" v="47646" actId="478"/>
          <ac:spMkLst>
            <pc:docMk/>
            <pc:sldMk cId="1139284295" sldId="301"/>
            <ac:spMk id="12" creationId="{3EE8D545-8EE5-7C9D-1A7E-4DDE74E304E6}"/>
          </ac:spMkLst>
        </pc:spChg>
        <pc:spChg chg="mod">
          <ac:chgData name="Jake Gilstein" userId="62cb0a79-6670-4fbc-800d-9777482770ad" providerId="ADAL" clId="{E8E93B12-7B5D-4D61-AB68-55954BC0EA68}" dt="2026-07-09T13:59:13.982" v="47651" actId="1076"/>
          <ac:spMkLst>
            <pc:docMk/>
            <pc:sldMk cId="1139284295" sldId="301"/>
            <ac:spMk id="13" creationId="{69CE8F29-16C1-FD89-4C7A-911A62748AE1}"/>
          </ac:spMkLst>
        </pc:spChg>
      </pc:sldChg>
      <pc:sldMasterChg chg="modTransition addSldLayout delSldLayout modSldLayout">
        <pc:chgData name="Jake Gilstein" userId="62cb0a79-6670-4fbc-800d-9777482770ad" providerId="ADAL" clId="{E8E93B12-7B5D-4D61-AB68-55954BC0EA68}" dt="2026-07-09T22:05:33.069" v="56444" actId="18331"/>
        <pc:sldMasterMkLst>
          <pc:docMk/>
          <pc:sldMasterMk cId="3206838742" sldId="2147483695"/>
        </pc:sldMasterMkLst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760086422" sldId="2147483694"/>
          </pc:sldLayoutMkLst>
        </pc:sldLayoutChg>
        <pc:sldLayoutChg chg="modTransition">
          <pc:chgData name="Jake Gilstein" userId="62cb0a79-6670-4fbc-800d-9777482770ad" providerId="ADAL" clId="{E8E93B12-7B5D-4D61-AB68-55954BC0EA68}" dt="2026-06-29T22:28:18.054" v="24443"/>
          <pc:sldLayoutMkLst>
            <pc:docMk/>
            <pc:sldMasterMk cId="3206838742" sldId="2147483695"/>
            <pc:sldLayoutMk cId="2686851190" sldId="2147483696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2151485985" sldId="2147483698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3406745583" sldId="2147483717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3781796453" sldId="2147483718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1638771406" sldId="2147483719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2748250033" sldId="2147483720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888604656" sldId="2147483721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1256892949" sldId="2147483722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970564541" sldId="2147483723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2292718614" sldId="2147483724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485130363" sldId="2147483725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1855708422" sldId="2147483726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2610943673" sldId="2147483729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171826982" sldId="2147483730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2309592451" sldId="2147483731"/>
          </pc:sldLayoutMkLst>
        </pc:sldLayoutChg>
        <pc:sldLayoutChg chg="modTransition setBg">
          <pc:chgData name="Jake Gilstein" userId="62cb0a79-6670-4fbc-800d-9777482770ad" providerId="ADAL" clId="{E8E93B12-7B5D-4D61-AB68-55954BC0EA68}" dt="2026-07-09T22:05:33.069" v="56444" actId="18331"/>
          <pc:sldLayoutMkLst>
            <pc:docMk/>
            <pc:sldMasterMk cId="3206838742" sldId="2147483695"/>
            <pc:sldLayoutMk cId="2796093618" sldId="2147483732"/>
          </pc:sldLayoutMkLst>
        </pc:sldLayoutChg>
      </pc:sldMasterChg>
      <pc:sldMasterChg chg="modTransition modSldLayout">
        <pc:chgData name="Jake Gilstein" userId="62cb0a79-6670-4fbc-800d-9777482770ad" providerId="ADAL" clId="{E8E93B12-7B5D-4D61-AB68-55954BC0EA68}" dt="2026-06-29T22:28:18.054" v="24443"/>
        <pc:sldMasterMkLst>
          <pc:docMk/>
          <pc:sldMasterMk cId="1000586252" sldId="2147483734"/>
        </pc:sldMasterMkLst>
        <pc:sldLayoutChg chg="modTransition">
          <pc:chgData name="Jake Gilstein" userId="62cb0a79-6670-4fbc-800d-9777482770ad" providerId="ADAL" clId="{E8E93B12-7B5D-4D61-AB68-55954BC0EA68}" dt="2026-06-29T22:28:18.054" v="24443"/>
          <pc:sldLayoutMkLst>
            <pc:docMk/>
            <pc:sldMasterMk cId="1000586252" sldId="2147483734"/>
            <pc:sldLayoutMk cId="2283562964" sldId="214748373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8AE48-4C46-554E-B269-77AE2FAC1C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00F31-66A6-404E-9391-F1E373F4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30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A4CFF3-FB4B-C244-BA56-DC2572CD63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873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CSNM, insurance,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dist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 sales, 3pl, internship has tied nicely to pair things full circle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Some of my hobbies include weightlifting and boxing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But, if there’s one thing you need to know about me, it’s that I’m a huge Knicks fan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Now that you know a little more about me, let’s get into my project, Flour Frontier</a:t>
            </a:r>
          </a:p>
        </p:txBody>
      </p:sp>
      <p:sp>
        <p:nvSpPr>
          <p:cNvPr id="223" name="Google Shape;2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Flour consumption overall declining, excess industry capacity makes growth harder</a:t>
            </a:r>
          </a:p>
          <a:p>
            <a:endParaRPr lang="en-US" dirty="0"/>
          </a:p>
          <a:p>
            <a:r>
              <a:rPr lang="en-US" dirty="0"/>
              <a:t>For flour to be successful in NAF, continue delivering at least 1% growth annually</a:t>
            </a:r>
          </a:p>
          <a:p>
            <a:endParaRPr lang="en-US" dirty="0"/>
          </a:p>
          <a:p>
            <a:r>
              <a:rPr lang="en-US" dirty="0"/>
              <a:t>Asked to identify which metros represent the strongest opportunities for flour growth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Deliverable ask - create data-backed map showing those metros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SUPER excited to show two main things today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you’re a numbers person/love tech you’ll love to see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Quantifiable impact of top true 5 metros reaching 30% national share which is our average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Also VERY excited about website I built that stores interactive map &amp; so much more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cannot wait to show you all BOTH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Landscape mapped out, let me talk to you all about my methodology for ranking these metros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may be asking yourself, out of every city in the US how do you decide what cities are best to sell flour in the future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ended up with 5 factors to help categorize all 50 cities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lens then say weighting of category</a:t>
            </a:r>
            <a:br>
              <a:rPr lang="en-US" dirty="0"/>
            </a:b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Population movement – Census data &amp; where other flour-heavy operators will expand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GMI Performance – 1:1s w AEs &amp; sales immersion gave insight behind numbers beyond YoY because it shows whether we are gaining or losing momentum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HQ inflow - impacts foodservice density and long-term demand</a:t>
            </a:r>
          </a:p>
          <a:p>
            <a:endParaRPr lang="en-US" dirty="0"/>
          </a:p>
          <a:p>
            <a:r>
              <a:rPr lang="en-US" dirty="0"/>
              <a:t>Cost-to-serve - market is best served by truck or intermodal freight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Goal - find metros under 30% share, pinpoint growing ones and how we get there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32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scores are not simply five largest flour markets</a:t>
            </a:r>
          </a:p>
          <a:p>
            <a:endParaRPr lang="en-US" dirty="0"/>
          </a:p>
          <a:p>
            <a:r>
              <a:rPr lang="en-US" dirty="0"/>
              <a:t>They match up best with the 5 methodologies created</a:t>
            </a:r>
          </a:p>
          <a:p>
            <a:endParaRPr lang="en-US" dirty="0"/>
          </a:p>
          <a:p>
            <a:r>
              <a:rPr lang="en-US" dirty="0"/>
              <a:t>That is why they are known as the True 5 rather than the Top 5</a:t>
            </a:r>
          </a:p>
          <a:p>
            <a:endParaRPr lang="en-US" dirty="0"/>
          </a:p>
          <a:p>
            <a:r>
              <a:rPr lang="en-US" dirty="0"/>
              <a:t>Starting with Houston at 1, Dallas second, Atlanta in third, my city Tampa in fourth and rounding out the True 5 is Phoenix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02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A5B4-33EE-41E3-8E7A-3CD5D625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D2528-9C23-32EA-20A7-D784DC9AC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0244E-226B-62CB-DED2-637AB8D8E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 5 commonalties</a:t>
            </a:r>
          </a:p>
          <a:p>
            <a:endParaRPr lang="en-US" dirty="0"/>
          </a:p>
          <a:p>
            <a:r>
              <a:rPr lang="en-US" dirty="0"/>
              <a:t>Houston growing, Gus NSM, Hispanic market, largest accessible gap, comp pricing strategy due to local mills </a:t>
            </a:r>
          </a:p>
          <a:p>
            <a:endParaRPr lang="en-US" dirty="0"/>
          </a:p>
          <a:p>
            <a:r>
              <a:rPr lang="en-US" dirty="0"/>
              <a:t>Dallas similar, branded sack, distributor overlap, stay with Hispanic operators, TX AEs work together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Atlanta in SE troubled with freight economics, pricing strategy only works if the service model supports it, reevaluate go to market, pizza chains sized 1 to 19</a:t>
            </a:r>
          </a:p>
          <a:p>
            <a:endParaRPr lang="en-US" dirty="0"/>
          </a:p>
          <a:p>
            <a:r>
              <a:rPr lang="en-US" dirty="0"/>
              <a:t>Tampa growth, product assortment matches operators creating growth, tourism &amp; pizza</a:t>
            </a:r>
          </a:p>
          <a:p>
            <a:endParaRPr lang="en-US" dirty="0"/>
          </a:p>
          <a:p>
            <a:r>
              <a:rPr lang="en-US" dirty="0"/>
              <a:t>Phoenix distributor led, follow Shamrock’s momentum into Hispanic foodservice, DSR accessibility</a:t>
            </a:r>
          </a:p>
          <a:p>
            <a:endParaRPr lang="en-US" dirty="0"/>
          </a:p>
          <a:p>
            <a:r>
              <a:rPr lang="en-US" dirty="0"/>
              <a:t>If we use parallels, can hit national average of 30% flour share in each metro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Now that we’ve seen the qualitative, let’s see the quantitative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D33F-AC2F-9231-A571-5DE9C3FAF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300F31-66A6-404E-9391-F1E373F48DC8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11530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So, continuing the True 5, I’m going to talk over what we’re seeing here while you all read through these quantitative stats</a:t>
            </a:r>
          </a:p>
          <a:p>
            <a:endParaRPr lang="en-US" b="0" dirty="0"/>
          </a:p>
          <a:p>
            <a:r>
              <a:rPr lang="en-US" b="0" dirty="0"/>
              <a:t>Houston walk through</a:t>
            </a:r>
          </a:p>
          <a:p>
            <a:endParaRPr lang="en-US" b="0" dirty="0"/>
          </a:p>
          <a:p>
            <a:r>
              <a:rPr lang="en-US" b="0" dirty="0"/>
              <a:t>If we hit national average of 30% flour share within each True 5 metro</a:t>
            </a:r>
          </a:p>
          <a:p>
            <a:endParaRPr lang="en-US" b="0" dirty="0"/>
          </a:p>
          <a:p>
            <a:r>
              <a:rPr lang="en-US" b="0" dirty="0"/>
              <a:t>188,500 CWT or $5,278,000 in RNS @$28/CWT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57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3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99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ZM </a:t>
            </a:r>
            <a:r>
              <a:rPr lang="en-US" dirty="0"/>
              <a:t>see how the </a:t>
            </a:r>
            <a:r>
              <a:rPr lang="en-US"/>
              <a:t>AEs I manage were doing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Catherine, our Sr Sales Ops </a:t>
            </a:r>
            <a:r>
              <a:rPr lang="en-US" dirty="0" err="1"/>
              <a:t>Mngr</a:t>
            </a:r>
            <a:r>
              <a:rPr lang="en-US" dirty="0"/>
              <a:t>, measure market cost-to-serve and profitability I would simply locate any metro &amp; click into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Tooltip gives a deeper read on that market, including volume, companies in the area, cost-to-serve notes, and other metro-specific context</a:t>
            </a:r>
          </a:p>
          <a:p>
            <a:endParaRPr lang="en-US" dirty="0"/>
          </a:p>
          <a:p>
            <a:r>
              <a:rPr lang="en-US" dirty="0"/>
              <a:t>FSI compare markets quickly and pressure test future decisions as new data comes 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4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B168-E885-828E-6466-D8573225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911C5-EE87-4C47-EEE5-6ABB567BD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A5A4B-929B-753A-0EF5-C2CDC8484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my work has been put into SharePoint </a:t>
            </a:r>
          </a:p>
          <a:p>
            <a:endParaRPr lang="en-US" dirty="0"/>
          </a:p>
          <a:p>
            <a:r>
              <a:rPr lang="en-US" dirty="0"/>
              <a:t>NAF Systems Flourverse</a:t>
            </a:r>
          </a:p>
          <a:p>
            <a:endParaRPr lang="en-US" dirty="0"/>
          </a:p>
          <a:p>
            <a:r>
              <a:rPr lang="en-US" dirty="0"/>
              <a:t>Website is already linked to a go link - backslash </a:t>
            </a:r>
            <a:r>
              <a:rPr lang="en-US" dirty="0" err="1"/>
              <a:t>flourfrontier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5E8D6-FD91-6741-43CE-5C2487B11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54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True 5 clearest, most actionable growth opportunities in market where flour consumption declining &amp; excess industry capacity makes growth challenging</a:t>
            </a:r>
          </a:p>
          <a:p>
            <a:endParaRPr lang="en-US" b="0" dirty="0"/>
          </a:p>
          <a:p>
            <a:r>
              <a:rPr lang="en-US" b="0" dirty="0"/>
              <a:t>Connect market size, share headroom, operator relevance, and commercial practicality.</a:t>
            </a:r>
          </a:p>
          <a:p>
            <a:endParaRPr lang="en-US" b="0" dirty="0"/>
          </a:p>
          <a:p>
            <a:r>
              <a:rPr lang="en-US" b="0" dirty="0"/>
              <a:t>Upside measurable, 188,500 CWT or $5,278,000 in RNS utilizing $28/CWT</a:t>
            </a:r>
          </a:p>
          <a:p>
            <a:endParaRPr lang="en-US" b="0" dirty="0"/>
          </a:p>
          <a:p>
            <a:r>
              <a:rPr lang="en-US" b="0" dirty="0"/>
              <a:t>Target True 5 commonalities such as Hispanic market, </a:t>
            </a:r>
          </a:p>
          <a:p>
            <a:endParaRPr lang="en-US" b="0" dirty="0"/>
          </a:p>
          <a:p>
            <a:r>
              <a:rPr lang="en-US" b="0" dirty="0"/>
              <a:t>The next step is turning these markets into AE, ZM and distributor action plans, supported by the website, map, workbook, and field insights I’m leaving behind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00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 dirty="0" err="1"/>
              <a:t>yous</a:t>
            </a:r>
            <a:r>
              <a:rPr lang="en-US" dirty="0"/>
              <a:t>’</a:t>
            </a:r>
          </a:p>
          <a:p>
            <a:endParaRPr lang="en-US" dirty="0"/>
          </a:p>
          <a:p>
            <a:r>
              <a:rPr lang="en-US" dirty="0"/>
              <a:t>Before I open it up for questions, I’ll end where I started, with the Knicks</a:t>
            </a:r>
          </a:p>
          <a:p>
            <a:endParaRPr lang="en-US" dirty="0"/>
          </a:p>
          <a:p>
            <a:r>
              <a:rPr lang="en-US" dirty="0"/>
              <a:t>53-year drought, seeing them finally win the championship was a reminder that loyalty, patience, and belief can pay off</a:t>
            </a:r>
          </a:p>
          <a:p>
            <a:endParaRPr lang="en-US" dirty="0"/>
          </a:p>
          <a:p>
            <a:r>
              <a:rPr lang="en-US" dirty="0"/>
              <a:t>General Mills value of Champion Belonging exactly what I felt here: a team that invested in me, challenged me, and made me feel like I could contribute</a:t>
            </a:r>
          </a:p>
          <a:p>
            <a:endParaRPr lang="en-US" dirty="0"/>
          </a:p>
          <a:p>
            <a:r>
              <a:rPr lang="en-US" dirty="0"/>
              <a:t>Incredibly grateful for the opportunity to return to General Mills, continue seeing the impact of Flour Frontier carry forward, and become a champion</a:t>
            </a:r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0F31-66A6-404E-9391-F1E373F48D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ECDC1-7DBE-5FC3-E297-87E8DC56D9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39000" y="533400"/>
            <a:ext cx="6934200" cy="39624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lnSpc>
                <a:spcPts val="6600"/>
              </a:lnSpc>
              <a:buNone/>
              <a:defRPr lang="en-US" sz="7200" b="1" spc="-25" dirty="0" smtClean="0">
                <a:solidFill>
                  <a:srgbClr val="FFFFFF"/>
                </a:solidFill>
                <a:latin typeface="+mj-lt"/>
                <a:cs typeface="Montserrat" panose="000005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960"/>
              </a:spcBef>
              <a:buNone/>
              <a:defRPr lang="en-US" sz="2400" dirty="0" smtClean="0">
                <a:solidFill>
                  <a:srgbClr val="FFFFFF"/>
                </a:solidFill>
                <a:latin typeface="Rockwell Nova" panose="02060503020205020403" pitchFamily="18" charset="0"/>
                <a:cs typeface="Rockwell"/>
              </a:defRPr>
            </a:lvl2pPr>
          </a:lstStyle>
          <a:p>
            <a:pPr lvl="0"/>
            <a:r>
              <a:rPr lang="en-US"/>
              <a:t>Title of Presentation</a:t>
            </a:r>
          </a:p>
        </p:txBody>
      </p:sp>
      <p:pic>
        <p:nvPicPr>
          <p:cNvPr id="8" name="Picture 7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BF8349D0-709E-E247-3A20-14991B42BE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5400" y="1181100"/>
            <a:ext cx="4343400" cy="5867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59BA1B-9829-A2EE-C3F2-98F4EC9A34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37999" y="6580877"/>
            <a:ext cx="3619500" cy="35332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100"/>
              </a:spcBef>
              <a:buNone/>
              <a:defRPr lang="en-US" sz="1800" b="1" spc="-35" dirty="0">
                <a:solidFill>
                  <a:schemeClr val="accent6"/>
                </a:solidFill>
                <a:latin typeface="Montserrat" pitchFamily="2" charset="77"/>
                <a:cs typeface="Arial Black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38CC97E-8F0C-9178-A100-8AD4FB0046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39000" y="4588666"/>
            <a:ext cx="4953000" cy="19812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674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466358-6BDD-D3D5-EB59-58ACE64F6A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95733">
            <a:off x="170069" y="408998"/>
            <a:ext cx="1922500" cy="1307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E534F4-A5FE-E967-BB34-D8C78A788E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5400" y="1487360"/>
            <a:ext cx="1668532" cy="1464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56AFAE-6C81-3E70-B06C-F83A0E05F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5210"/>
          <a:stretch/>
        </p:blipFill>
        <p:spPr>
          <a:xfrm>
            <a:off x="13220475" y="6570771"/>
            <a:ext cx="922098" cy="11998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731048-68C8-EB36-94A2-4B3F48BD47C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5000" y="0"/>
            <a:ext cx="1424770" cy="1021674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9971C7A-5AAF-4EB8-08AE-73E2CE68A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124199"/>
            <a:ext cx="6934200" cy="23222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lnSpc>
                <a:spcPts val="6600"/>
              </a:lnSpc>
              <a:buNone/>
              <a:defRPr lang="en-US" sz="7200" b="1" spc="-25" dirty="0" smtClean="0">
                <a:solidFill>
                  <a:srgbClr val="FFFFFF"/>
                </a:solidFill>
                <a:latin typeface="+mj-lt"/>
                <a:cs typeface="Montserrat" panose="00000500000000000000" pitchFamily="2" charset="0"/>
              </a:defRPr>
            </a:lvl1pPr>
            <a:lvl2pPr marL="0" indent="0">
              <a:lnSpc>
                <a:spcPct val="100000"/>
              </a:lnSpc>
              <a:spcBef>
                <a:spcPts val="960"/>
              </a:spcBef>
              <a:buNone/>
              <a:defRPr lang="en-US" sz="2400" dirty="0" smtClean="0">
                <a:solidFill>
                  <a:srgbClr val="FFFFFF"/>
                </a:solidFill>
                <a:latin typeface="Rockwell Nova" panose="02060503020205020403" pitchFamily="18" charset="0"/>
                <a:cs typeface="Rockwell"/>
              </a:defRPr>
            </a:lvl2pPr>
          </a:lstStyle>
          <a:p>
            <a:pPr lvl="0"/>
            <a:r>
              <a:rPr lang="en-US"/>
              <a:t>Title of Presentation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C7337F2-63FC-5325-B088-79129CD417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000" y="5539313"/>
            <a:ext cx="6934200" cy="19812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95924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3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051D1CD-29AF-D8DB-FDB9-E58C4EBB34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1987274"/>
            <a:ext cx="13030200" cy="5148539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90000"/>
              </a:lnSpc>
              <a:spcBef>
                <a:spcPts val="1800"/>
              </a:spcBef>
              <a:buClr>
                <a:srgbClr val="0099D9"/>
              </a:buClr>
              <a:buFont typeface="Arial" panose="020B0604020202020204" pitchFamily="34" charset="0"/>
              <a:buChar char="•"/>
              <a:defRPr sz="2000"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 sz="2000"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8E691C9-E8C8-191E-E69B-5160164323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538178"/>
            <a:ext cx="13030200" cy="954901"/>
          </a:xfrm>
          <a:prstGeom prst="rect">
            <a:avLst/>
          </a:prstGeom>
        </p:spPr>
        <p:txBody>
          <a:bodyPr/>
          <a:lstStyle>
            <a:lvl1pPr marL="12700" marR="5080">
              <a:lnSpc>
                <a:spcPts val="6400"/>
              </a:lnSpc>
              <a:defRPr lang="en-US" sz="4400" b="1" dirty="0" smtClean="0">
                <a:solidFill>
                  <a:srgbClr val="0054A6"/>
                </a:solidFill>
                <a:latin typeface="+mj-lt"/>
                <a:ea typeface="+mj-ea"/>
                <a:cs typeface="+mj-cs"/>
              </a:defRPr>
            </a:lvl1pPr>
            <a:lvl2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2pPr>
            <a:lvl3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3pPr>
            <a:lvl4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4pPr>
            <a:lvl5pPr marL="12700" marR="5080">
              <a:lnSpc>
                <a:spcPts val="6400"/>
              </a:lnSpc>
              <a:defRPr lang="en-US" sz="6400" b="1" dirty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C618ED4-9481-9DCD-9272-1211E0622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28411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0" i="0" spc="-50" smtClean="0">
                <a:solidFill>
                  <a:srgbClr val="0054A6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E426E48-2437-1C75-395A-980AAB5A4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28411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rgbClr val="0054A6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8685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50E693-2F0A-93BC-5C30-938ECCD370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4084764"/>
            <a:ext cx="9448800" cy="2501900"/>
          </a:xfrm>
          <a:prstGeom prst="rect">
            <a:avLst/>
          </a:prstGeom>
        </p:spPr>
        <p:txBody>
          <a:bodyPr/>
          <a:lstStyle>
            <a:lvl1pPr marL="12700" indent="0">
              <a:lnSpc>
                <a:spcPts val="2400"/>
              </a:lnSpc>
              <a:buFont typeface="Arial" panose="020B0604020202020204" pitchFamily="34" charset="0"/>
              <a:buNone/>
              <a:defRPr lang="en-US" sz="1400" dirty="0" smtClean="0">
                <a:solidFill>
                  <a:srgbClr val="0054A6"/>
                </a:solidFill>
                <a:latin typeface="Montserrat" panose="00000500000000000000" pitchFamily="2" charset="0"/>
                <a:cs typeface="Verdana"/>
              </a:defRPr>
            </a:lvl1pPr>
            <a:lvl2pPr marL="298450" indent="-285750">
              <a:lnSpc>
                <a:spcPts val="2400"/>
              </a:lnSpc>
              <a:buFont typeface="Arial" panose="020B0604020202020204" pitchFamily="34" charset="0"/>
              <a:buChar char="•"/>
              <a:defRPr lang="en-US" sz="1400" dirty="0" smtClean="0">
                <a:solidFill>
                  <a:srgbClr val="0054A6"/>
                </a:solidFill>
                <a:latin typeface="Montserrat" panose="00000500000000000000" pitchFamily="2" charset="0"/>
                <a:ea typeface="+mn-ea"/>
                <a:cs typeface="Verdana"/>
              </a:defRPr>
            </a:lvl2pPr>
            <a:lvl3pPr marL="298450" indent="-285750">
              <a:lnSpc>
                <a:spcPts val="2400"/>
              </a:lnSpc>
              <a:buFont typeface="Courier New" panose="02070309020205020404" pitchFamily="49" charset="0"/>
              <a:buChar char="o"/>
              <a:defRPr lang="en-US" sz="1400" dirty="0" smtClean="0">
                <a:solidFill>
                  <a:srgbClr val="0054A6"/>
                </a:solidFill>
                <a:latin typeface="Montserrat Medium" pitchFamily="2" charset="77"/>
                <a:cs typeface="Verdana"/>
              </a:defRPr>
            </a:lvl3pPr>
            <a:lvl4pPr marL="12700">
              <a:lnSpc>
                <a:spcPts val="2400"/>
              </a:lnSpc>
              <a:defRPr lang="en-US" sz="1400" dirty="0" smtClean="0">
                <a:solidFill>
                  <a:srgbClr val="0054A6"/>
                </a:solidFill>
                <a:latin typeface="Montserrat Medium" pitchFamily="2" charset="77"/>
                <a:cs typeface="Verdana"/>
              </a:defRPr>
            </a:lvl4pPr>
            <a:lvl5pPr marL="12700">
              <a:lnSpc>
                <a:spcPts val="2400"/>
              </a:lnSpc>
              <a:defRPr lang="en-US" sz="1400" dirty="0">
                <a:solidFill>
                  <a:srgbClr val="0054A6"/>
                </a:solidFill>
                <a:latin typeface="Montserrat Medium" pitchFamily="2" charset="77"/>
                <a:cs typeface="Verdana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</a:t>
            </a:r>
          </a:p>
          <a:p>
            <a:pPr lvl="0"/>
            <a:r>
              <a:rPr lang="en-US"/>
              <a:t>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at, </a:t>
            </a:r>
            <a:r>
              <a:rPr lang="en-US" err="1"/>
              <a:t>vulputate</a:t>
            </a:r>
            <a:r>
              <a:rPr lang="en-US"/>
              <a:t> eros. Aenean </a:t>
            </a:r>
            <a:r>
              <a:rPr lang="en-US" err="1"/>
              <a:t>iaculis</a:t>
            </a:r>
            <a:endParaRPr lang="en-US"/>
          </a:p>
          <a:p>
            <a:pPr lvl="0"/>
            <a:r>
              <a:rPr lang="en-US" err="1"/>
              <a:t>urna</a:t>
            </a:r>
            <a:r>
              <a:rPr lang="en-US"/>
              <a:t> id lorem </a:t>
            </a:r>
            <a:r>
              <a:rPr lang="en-US" err="1"/>
              <a:t>scelerisque</a:t>
            </a:r>
            <a:r>
              <a:rPr lang="en-US"/>
              <a:t>, </a:t>
            </a:r>
            <a:r>
              <a:rPr lang="en-US" err="1"/>
              <a:t>pellentesque</a:t>
            </a:r>
            <a:r>
              <a:rPr lang="en-US"/>
              <a:t> cursus libero </a:t>
            </a:r>
            <a:r>
              <a:rPr lang="en-US" err="1"/>
              <a:t>molestie</a:t>
            </a:r>
            <a:r>
              <a:rPr lang="en-US"/>
              <a:t>. Aenean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non </a:t>
            </a:r>
            <a:r>
              <a:rPr lang="en-US" err="1"/>
              <a:t>fringilla</a:t>
            </a:r>
            <a:endParaRPr lang="en-US"/>
          </a:p>
          <a:p>
            <a:pPr lvl="0"/>
            <a:r>
              <a:rPr lang="en-US" err="1"/>
              <a:t>ornare</a:t>
            </a:r>
            <a:r>
              <a:rPr lang="en-US"/>
              <a:t>. Morbi et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. Sed at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,</a:t>
            </a:r>
          </a:p>
          <a:p>
            <a:pPr lvl="0"/>
            <a:r>
              <a:rPr lang="en-US"/>
              <a:t>auctor </a:t>
            </a:r>
            <a:r>
              <a:rPr lang="en-US" err="1"/>
              <a:t>orci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dictum libero.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in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8D3C7C-A1FB-612D-7974-DE769EAFEA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2057400"/>
            <a:ext cx="9448800" cy="1860550"/>
          </a:xfrm>
          <a:prstGeom prst="rect">
            <a:avLst/>
          </a:prstGeom>
        </p:spPr>
        <p:txBody>
          <a:bodyPr/>
          <a:lstStyle>
            <a:lvl1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+mj-lt"/>
                <a:ea typeface="+mj-ea"/>
                <a:cs typeface="+mj-cs"/>
              </a:defRPr>
            </a:lvl1pPr>
            <a:lvl2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2pPr>
            <a:lvl3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3pPr>
            <a:lvl4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4pPr>
            <a:lvl5pPr marL="12700" marR="5080">
              <a:lnSpc>
                <a:spcPts val="6400"/>
              </a:lnSpc>
              <a:defRPr lang="en-US" sz="6400" b="1" dirty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7" name="Picture 6" descr="A group of different shaped food&#10;&#10;Description automatically generated with medium confidence">
            <a:extLst>
              <a:ext uri="{FF2B5EF4-FFF2-40B4-BE49-F238E27FC236}">
                <a16:creationId xmlns:a16="http://schemas.microsoft.com/office/drawing/2014/main" id="{0E9E72AF-9FD2-B70F-A72D-61B66D386C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0" y="4800600"/>
            <a:ext cx="3098800" cy="2501900"/>
          </a:xfrm>
          <a:prstGeom prst="rect">
            <a:avLst/>
          </a:prstGeom>
        </p:spPr>
      </p:pic>
      <p:pic>
        <p:nvPicPr>
          <p:cNvPr id="10" name="Picture 9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5B0BC8A8-EEE8-8B36-D59E-5DF3D1B770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17" name="object 8">
            <a:extLst>
              <a:ext uri="{FF2B5EF4-FFF2-40B4-BE49-F238E27FC236}">
                <a16:creationId xmlns:a16="http://schemas.microsoft.com/office/drawing/2014/main" id="{29C51252-1657-4125-9205-484829F0C10F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82863553-E3E0-58D3-770B-4673537868A7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B0A0C9E8-4971-B5B4-151B-F0DBFFD2D691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15AB05B7-FF85-EABF-26C2-ED62A1278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37533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BECECD47-98AE-A140-EE5B-788E0411E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86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8D3C7C-A1FB-612D-7974-DE769EAFEA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538178"/>
            <a:ext cx="11125200" cy="954901"/>
          </a:xfrm>
          <a:prstGeom prst="rect">
            <a:avLst/>
          </a:prstGeom>
        </p:spPr>
        <p:txBody>
          <a:bodyPr/>
          <a:lstStyle>
            <a:lvl1pPr marL="12700" marR="5080">
              <a:lnSpc>
                <a:spcPts val="6400"/>
              </a:lnSpc>
              <a:defRPr lang="en-US" sz="4400" b="1" dirty="0" smtClean="0">
                <a:solidFill>
                  <a:srgbClr val="0054A6"/>
                </a:solidFill>
                <a:latin typeface="+mj-lt"/>
                <a:ea typeface="+mj-ea"/>
                <a:cs typeface="+mj-cs"/>
              </a:defRPr>
            </a:lvl1pPr>
            <a:lvl2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2pPr>
            <a:lvl3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3pPr>
            <a:lvl4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4pPr>
            <a:lvl5pPr marL="12700" marR="5080">
              <a:lnSpc>
                <a:spcPts val="6400"/>
              </a:lnSpc>
              <a:defRPr lang="en-US" sz="6400" b="1" dirty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pic>
        <p:nvPicPr>
          <p:cNvPr id="10" name="Picture 9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5B0BC8A8-EEE8-8B36-D59E-5DF3D1B770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5" name="object 12">
            <a:extLst>
              <a:ext uri="{FF2B5EF4-FFF2-40B4-BE49-F238E27FC236}">
                <a16:creationId xmlns:a16="http://schemas.microsoft.com/office/drawing/2014/main" id="{0D1DD15A-4999-51BF-6135-EB0CDEE17C83}"/>
              </a:ext>
            </a:extLst>
          </p:cNvPr>
          <p:cNvGrpSpPr/>
          <p:nvPr userDrawn="1"/>
        </p:nvGrpSpPr>
        <p:grpSpPr>
          <a:xfrm>
            <a:off x="12015216" y="859071"/>
            <a:ext cx="2320290" cy="2108835"/>
            <a:chOff x="12015216" y="859071"/>
            <a:chExt cx="2320290" cy="2108835"/>
          </a:xfrm>
        </p:grpSpPr>
        <p:pic>
          <p:nvPicPr>
            <p:cNvPr id="11" name="object 13">
              <a:extLst>
                <a:ext uri="{FF2B5EF4-FFF2-40B4-BE49-F238E27FC236}">
                  <a16:creationId xmlns:a16="http://schemas.microsoft.com/office/drawing/2014/main" id="{45FC5716-7C5E-BCD1-570F-B9ABBD09875E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15134" y="1586937"/>
              <a:ext cx="1519788" cy="1380552"/>
            </a:xfrm>
            <a:prstGeom prst="rect">
              <a:avLst/>
            </a:prstGeom>
          </p:spPr>
        </p:pic>
        <p:pic>
          <p:nvPicPr>
            <p:cNvPr id="12" name="object 14">
              <a:extLst>
                <a:ext uri="{FF2B5EF4-FFF2-40B4-BE49-F238E27FC236}">
                  <a16:creationId xmlns:a16="http://schemas.microsoft.com/office/drawing/2014/main" id="{C16E26A5-93E9-5C96-3FCD-A6DDF3285311}"/>
                </a:ext>
              </a:extLst>
            </p:cNvPr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15216" y="859071"/>
              <a:ext cx="1608362" cy="1128203"/>
            </a:xfrm>
            <a:prstGeom prst="rect">
              <a:avLst/>
            </a:prstGeom>
          </p:spPr>
        </p:pic>
      </p:grp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F9B419B-3CDE-5973-9CED-0C85BB0F75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0" y="1987274"/>
            <a:ext cx="11125200" cy="5148539"/>
          </a:xfrm>
          <a:prstGeom prst="rect">
            <a:avLst/>
          </a:prstGeom>
        </p:spPr>
        <p:txBody>
          <a:bodyPr/>
          <a:lstStyle>
            <a:lvl1pPr marL="274320" indent="-274320">
              <a:spcBef>
                <a:spcPts val="1200"/>
              </a:spcBef>
              <a:spcAft>
                <a:spcPts val="0"/>
              </a:spcAft>
              <a:buClr>
                <a:srgbClr val="0099D9"/>
              </a:buClr>
              <a:buFont typeface="Arial" panose="020B0604020202020204" pitchFamily="34" charset="0"/>
              <a:buChar char="•"/>
              <a:defRPr sz="2000"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 sz="2000"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9" name="object 8">
            <a:extLst>
              <a:ext uri="{FF2B5EF4-FFF2-40B4-BE49-F238E27FC236}">
                <a16:creationId xmlns:a16="http://schemas.microsoft.com/office/drawing/2014/main" id="{0710F8C7-539D-95DD-9345-08B9F733E794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6F28AF97-E97A-B9BE-57A3-5CCE5210682F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005541C7-B75F-7C1B-B640-7A1F58087410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49B3DDD9-7C2F-7998-9BFC-F96BD3A1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37533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8DEBFCE2-C865-A27A-BEF7-EC05ECDDF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96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5B0BC8A8-EEE8-8B36-D59E-5DF3D1B770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pic>
        <p:nvPicPr>
          <p:cNvPr id="16" name="object 10">
            <a:extLst>
              <a:ext uri="{FF2B5EF4-FFF2-40B4-BE49-F238E27FC236}">
                <a16:creationId xmlns:a16="http://schemas.microsoft.com/office/drawing/2014/main" id="{80716B86-3E25-1604-6787-13512428B1D3}"/>
              </a:ext>
            </a:extLst>
          </p:cNvPr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4833" y="4307299"/>
            <a:ext cx="2662101" cy="2842223"/>
          </a:xfrm>
          <a:prstGeom prst="rect">
            <a:avLst/>
          </a:prstGeom>
        </p:spPr>
      </p:pic>
      <p:pic>
        <p:nvPicPr>
          <p:cNvPr id="17" name="object 11">
            <a:extLst>
              <a:ext uri="{FF2B5EF4-FFF2-40B4-BE49-F238E27FC236}">
                <a16:creationId xmlns:a16="http://schemas.microsoft.com/office/drawing/2014/main" id="{47664828-DBD4-C39E-6660-198057398C4F}"/>
              </a:ext>
            </a:extLst>
          </p:cNvPr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23546" y="5776341"/>
            <a:ext cx="1696676" cy="1388930"/>
          </a:xfrm>
          <a:prstGeom prst="rect">
            <a:avLst/>
          </a:prstGeom>
        </p:spPr>
      </p:pic>
      <p:pic>
        <p:nvPicPr>
          <p:cNvPr id="19" name="object 12">
            <a:extLst>
              <a:ext uri="{FF2B5EF4-FFF2-40B4-BE49-F238E27FC236}">
                <a16:creationId xmlns:a16="http://schemas.microsoft.com/office/drawing/2014/main" id="{748087C1-77E0-13D8-8341-3F35D534AD79}"/>
              </a:ext>
            </a:extLst>
          </p:cNvPr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5800" y="3749040"/>
            <a:ext cx="1370619" cy="961436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185DA27-AFD5-2D14-8483-40B6456D398D}"/>
              </a:ext>
            </a:extLst>
          </p:cNvPr>
          <p:cNvGrpSpPr/>
          <p:nvPr userDrawn="1"/>
        </p:nvGrpSpPr>
        <p:grpSpPr>
          <a:xfrm>
            <a:off x="2502465" y="3663950"/>
            <a:ext cx="8224077" cy="1682502"/>
            <a:chOff x="2368831" y="3663950"/>
            <a:chExt cx="7900670" cy="1682502"/>
          </a:xfrm>
        </p:grpSpPr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934704DA-C46A-75CB-667E-6EE9076AC647}"/>
                </a:ext>
              </a:extLst>
            </p:cNvPr>
            <p:cNvSpPr/>
            <p:nvPr userDrawn="1"/>
          </p:nvSpPr>
          <p:spPr>
            <a:xfrm>
              <a:off x="2368831" y="3663950"/>
              <a:ext cx="7900670" cy="0"/>
            </a:xfrm>
            <a:custGeom>
              <a:avLst/>
              <a:gdLst/>
              <a:ahLst/>
              <a:cxnLst/>
              <a:rect l="l" t="t" r="r" b="b"/>
              <a:pathLst>
                <a:path w="7900670">
                  <a:moveTo>
                    <a:pt x="0" y="0"/>
                  </a:moveTo>
                  <a:lnTo>
                    <a:pt x="7900416" y="0"/>
                  </a:lnTo>
                </a:path>
              </a:pathLst>
            </a:custGeom>
            <a:ln w="12700">
              <a:solidFill>
                <a:srgbClr val="009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C49D11AD-549D-5F49-20EC-B0398FB9D7D4}"/>
                </a:ext>
              </a:extLst>
            </p:cNvPr>
            <p:cNvSpPr/>
            <p:nvPr userDrawn="1"/>
          </p:nvSpPr>
          <p:spPr>
            <a:xfrm>
              <a:off x="2368831" y="5346452"/>
              <a:ext cx="7900670" cy="0"/>
            </a:xfrm>
            <a:custGeom>
              <a:avLst/>
              <a:gdLst/>
              <a:ahLst/>
              <a:cxnLst/>
              <a:rect l="l" t="t" r="r" b="b"/>
              <a:pathLst>
                <a:path w="7900670">
                  <a:moveTo>
                    <a:pt x="0" y="0"/>
                  </a:moveTo>
                  <a:lnTo>
                    <a:pt x="7900416" y="0"/>
                  </a:lnTo>
                </a:path>
              </a:pathLst>
            </a:custGeom>
            <a:ln w="12700">
              <a:solidFill>
                <a:srgbClr val="009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6">
            <a:extLst>
              <a:ext uri="{FF2B5EF4-FFF2-40B4-BE49-F238E27FC236}">
                <a16:creationId xmlns:a16="http://schemas.microsoft.com/office/drawing/2014/main" id="{9D7F8262-F78A-55CA-20B0-5974F93BB4E9}"/>
              </a:ext>
            </a:extLst>
          </p:cNvPr>
          <p:cNvSpPr/>
          <p:nvPr userDrawn="1"/>
        </p:nvSpPr>
        <p:spPr>
          <a:xfrm>
            <a:off x="610178" y="2063115"/>
            <a:ext cx="1518285" cy="1518285"/>
          </a:xfrm>
          <a:custGeom>
            <a:avLst/>
            <a:gdLst/>
            <a:ahLst/>
            <a:cxnLst/>
            <a:rect l="l" t="t" r="r" b="b"/>
            <a:pathLst>
              <a:path w="1518285" h="1518285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rgbClr val="50BF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716DB41D-B210-F241-CD52-0EFFF541211C}"/>
              </a:ext>
            </a:extLst>
          </p:cNvPr>
          <p:cNvSpPr/>
          <p:nvPr userDrawn="1"/>
        </p:nvSpPr>
        <p:spPr>
          <a:xfrm>
            <a:off x="610178" y="3744460"/>
            <a:ext cx="1518285" cy="1518285"/>
          </a:xfrm>
          <a:custGeom>
            <a:avLst/>
            <a:gdLst/>
            <a:ahLst/>
            <a:cxnLst/>
            <a:rect l="l" t="t" r="r" b="b"/>
            <a:pathLst>
              <a:path w="1518285" h="1518285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rgbClr val="F897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>
            <a:extLst>
              <a:ext uri="{FF2B5EF4-FFF2-40B4-BE49-F238E27FC236}">
                <a16:creationId xmlns:a16="http://schemas.microsoft.com/office/drawing/2014/main" id="{189D5478-CC8F-7576-0132-D5B79560D60E}"/>
              </a:ext>
            </a:extLst>
          </p:cNvPr>
          <p:cNvSpPr/>
          <p:nvPr userDrawn="1"/>
        </p:nvSpPr>
        <p:spPr>
          <a:xfrm>
            <a:off x="610178" y="5422398"/>
            <a:ext cx="1518285" cy="1518285"/>
          </a:xfrm>
          <a:custGeom>
            <a:avLst/>
            <a:gdLst/>
            <a:ahLst/>
            <a:cxnLst/>
            <a:rect l="l" t="t" r="r" b="b"/>
            <a:pathLst>
              <a:path w="1518285" h="1518284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rgbClr val="71B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BE06558A-A603-4412-99F8-41AC4552AEB5}"/>
              </a:ext>
            </a:extLst>
          </p:cNvPr>
          <p:cNvSpPr txBox="1">
            <a:spLocks/>
          </p:cNvSpPr>
          <p:nvPr userDrawn="1"/>
        </p:nvSpPr>
        <p:spPr>
          <a:xfrm>
            <a:off x="594684" y="2438400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rgbClr val="0054A6"/>
                </a:solidFill>
                <a:latin typeface="Montserrat" panose="00000500000000000000" pitchFamily="2" charset="0"/>
              </a:rPr>
              <a:t>1</a:t>
            </a:r>
            <a:endParaRPr lang="en-US" sz="2400">
              <a:solidFill>
                <a:srgbClr val="0054A6"/>
              </a:solidFill>
              <a:latin typeface="Rockwell Nova" panose="02060503020205020403" pitchFamily="18" charset="0"/>
              <a:cs typeface="Rockwell Nova" panose="020F0502020204030204" pitchFamily="34" charset="0"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8DF3BDC3-3F52-74F8-39C2-D5514CA1D77F}"/>
              </a:ext>
            </a:extLst>
          </p:cNvPr>
          <p:cNvSpPr txBox="1">
            <a:spLocks/>
          </p:cNvSpPr>
          <p:nvPr userDrawn="1"/>
        </p:nvSpPr>
        <p:spPr>
          <a:xfrm>
            <a:off x="594684" y="4161402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rgbClr val="0054A6"/>
                </a:solidFill>
                <a:latin typeface="Montserrat" panose="00000500000000000000" pitchFamily="2" charset="0"/>
              </a:rPr>
              <a:t>2</a:t>
            </a:r>
            <a:endParaRPr lang="en-US" sz="2400">
              <a:solidFill>
                <a:srgbClr val="0054A6"/>
              </a:solidFill>
              <a:latin typeface="Rockwell Nova" panose="02060503020205020403" pitchFamily="18" charset="0"/>
              <a:cs typeface="Rockwell Nova" panose="020F0502020204030204" pitchFamily="34" charset="0"/>
            </a:endParaRPr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9FDF40DE-F558-1524-1A37-3E5D674C7BDD}"/>
              </a:ext>
            </a:extLst>
          </p:cNvPr>
          <p:cNvSpPr txBox="1">
            <a:spLocks/>
          </p:cNvSpPr>
          <p:nvPr userDrawn="1"/>
        </p:nvSpPr>
        <p:spPr>
          <a:xfrm>
            <a:off x="594684" y="5793719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rgbClr val="0054A6"/>
                </a:solidFill>
                <a:latin typeface="Montserrat" panose="00000500000000000000" pitchFamily="2" charset="0"/>
              </a:rPr>
              <a:t>3</a:t>
            </a:r>
            <a:endParaRPr lang="en-US" sz="2400">
              <a:solidFill>
                <a:srgbClr val="0054A6"/>
              </a:solidFill>
              <a:latin typeface="Rockwell Nova" panose="02060503020205020403" pitchFamily="18" charset="0"/>
              <a:cs typeface="Rockwell Nova" panose="020F0502020204030204" pitchFamily="34" charset="0"/>
            </a:endParaRP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4D93CC1-EB16-B768-8DD5-2BA8B00496D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502466" y="2151772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C98E75AE-D840-B835-6EFB-ED91B26B2C6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502466" y="3852678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6C0FA676-7788-2527-B4C3-AEC1D1234DC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502466" y="5490222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grpSp>
        <p:nvGrpSpPr>
          <p:cNvPr id="35" name="object 8">
            <a:extLst>
              <a:ext uri="{FF2B5EF4-FFF2-40B4-BE49-F238E27FC236}">
                <a16:creationId xmlns:a16="http://schemas.microsoft.com/office/drawing/2014/main" id="{47E9B0D5-8A40-79FE-C8D0-BB4D009458F9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00D2FDC5-AA57-D482-A31B-DA61E68B60AF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37" name="object 10">
              <a:extLst>
                <a:ext uri="{FF2B5EF4-FFF2-40B4-BE49-F238E27FC236}">
                  <a16:creationId xmlns:a16="http://schemas.microsoft.com/office/drawing/2014/main" id="{19927B8F-65E9-2696-D595-FA91903A5DDE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39" name="Slide Number Placeholder 6">
            <a:extLst>
              <a:ext uri="{FF2B5EF4-FFF2-40B4-BE49-F238E27FC236}">
                <a16:creationId xmlns:a16="http://schemas.microsoft.com/office/drawing/2014/main" id="{C39ED186-5079-9C5B-3776-96A15788F5D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8E860E74-6794-82F3-B790-76F5B3EA230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8000" y="538178"/>
            <a:ext cx="11125200" cy="954901"/>
          </a:xfrm>
          <a:prstGeom prst="rect">
            <a:avLst/>
          </a:prstGeom>
        </p:spPr>
        <p:txBody>
          <a:bodyPr/>
          <a:lstStyle>
            <a:lvl1pPr marL="12700" marR="5080">
              <a:lnSpc>
                <a:spcPts val="6400"/>
              </a:lnSpc>
              <a:defRPr lang="en-US" sz="4400" b="1" dirty="0" smtClean="0">
                <a:solidFill>
                  <a:srgbClr val="0054A6"/>
                </a:solidFill>
                <a:latin typeface="+mj-lt"/>
                <a:ea typeface="+mj-ea"/>
                <a:cs typeface="+mj-cs"/>
              </a:defRPr>
            </a:lvl1pPr>
            <a:lvl2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2pPr>
            <a:lvl3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3pPr>
            <a:lvl4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4pPr>
            <a:lvl5pPr marL="12700" marR="5080">
              <a:lnSpc>
                <a:spcPts val="6400"/>
              </a:lnSpc>
              <a:defRPr lang="en-US" sz="6400" b="1" dirty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C008D855-A0D8-9934-82A4-B7CFCD1D2E30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71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5B0BC8A8-EEE8-8B36-D59E-5DF3D1B770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pic>
        <p:nvPicPr>
          <p:cNvPr id="16" name="object 10">
            <a:extLst>
              <a:ext uri="{FF2B5EF4-FFF2-40B4-BE49-F238E27FC236}">
                <a16:creationId xmlns:a16="http://schemas.microsoft.com/office/drawing/2014/main" id="{80716B86-3E25-1604-6787-13512428B1D3}"/>
              </a:ext>
            </a:extLst>
          </p:cNvPr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4833" y="4307299"/>
            <a:ext cx="2662101" cy="2842223"/>
          </a:xfrm>
          <a:prstGeom prst="rect">
            <a:avLst/>
          </a:prstGeom>
        </p:spPr>
      </p:pic>
      <p:pic>
        <p:nvPicPr>
          <p:cNvPr id="17" name="object 11">
            <a:extLst>
              <a:ext uri="{FF2B5EF4-FFF2-40B4-BE49-F238E27FC236}">
                <a16:creationId xmlns:a16="http://schemas.microsoft.com/office/drawing/2014/main" id="{47664828-DBD4-C39E-6660-198057398C4F}"/>
              </a:ext>
            </a:extLst>
          </p:cNvPr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23546" y="5776341"/>
            <a:ext cx="1696676" cy="1388930"/>
          </a:xfrm>
          <a:prstGeom prst="rect">
            <a:avLst/>
          </a:prstGeom>
        </p:spPr>
      </p:pic>
      <p:pic>
        <p:nvPicPr>
          <p:cNvPr id="19" name="object 12">
            <a:extLst>
              <a:ext uri="{FF2B5EF4-FFF2-40B4-BE49-F238E27FC236}">
                <a16:creationId xmlns:a16="http://schemas.microsoft.com/office/drawing/2014/main" id="{748087C1-77E0-13D8-8341-3F35D534AD79}"/>
              </a:ext>
            </a:extLst>
          </p:cNvPr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5800" y="3749040"/>
            <a:ext cx="1370619" cy="961436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185DA27-AFD5-2D14-8483-40B6456D398D}"/>
              </a:ext>
            </a:extLst>
          </p:cNvPr>
          <p:cNvGrpSpPr/>
          <p:nvPr userDrawn="1"/>
        </p:nvGrpSpPr>
        <p:grpSpPr>
          <a:xfrm>
            <a:off x="2424383" y="3357573"/>
            <a:ext cx="8224077" cy="2552843"/>
            <a:chOff x="2368831" y="1766970"/>
            <a:chExt cx="7900670" cy="3579482"/>
          </a:xfrm>
        </p:grpSpPr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934704DA-C46A-75CB-667E-6EE9076AC647}"/>
                </a:ext>
              </a:extLst>
            </p:cNvPr>
            <p:cNvSpPr/>
            <p:nvPr userDrawn="1"/>
          </p:nvSpPr>
          <p:spPr>
            <a:xfrm>
              <a:off x="2368831" y="3663950"/>
              <a:ext cx="7900670" cy="0"/>
            </a:xfrm>
            <a:custGeom>
              <a:avLst/>
              <a:gdLst/>
              <a:ahLst/>
              <a:cxnLst/>
              <a:rect l="l" t="t" r="r" b="b"/>
              <a:pathLst>
                <a:path w="7900670">
                  <a:moveTo>
                    <a:pt x="0" y="0"/>
                  </a:moveTo>
                  <a:lnTo>
                    <a:pt x="7900416" y="0"/>
                  </a:lnTo>
                </a:path>
              </a:pathLst>
            </a:custGeom>
            <a:ln w="12700">
              <a:solidFill>
                <a:srgbClr val="009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C49D11AD-549D-5F49-20EC-B0398FB9D7D4}"/>
                </a:ext>
              </a:extLst>
            </p:cNvPr>
            <p:cNvSpPr/>
            <p:nvPr userDrawn="1"/>
          </p:nvSpPr>
          <p:spPr>
            <a:xfrm>
              <a:off x="2368831" y="5346452"/>
              <a:ext cx="7900670" cy="0"/>
            </a:xfrm>
            <a:custGeom>
              <a:avLst/>
              <a:gdLst/>
              <a:ahLst/>
              <a:cxnLst/>
              <a:rect l="l" t="t" r="r" b="b"/>
              <a:pathLst>
                <a:path w="7900670">
                  <a:moveTo>
                    <a:pt x="0" y="0"/>
                  </a:moveTo>
                  <a:lnTo>
                    <a:pt x="7900416" y="0"/>
                  </a:lnTo>
                </a:path>
              </a:pathLst>
            </a:custGeom>
            <a:ln w="12700">
              <a:solidFill>
                <a:srgbClr val="009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9087346C-5A27-8CB8-D1CC-74512B6151B5}"/>
                </a:ext>
              </a:extLst>
            </p:cNvPr>
            <p:cNvSpPr/>
            <p:nvPr userDrawn="1"/>
          </p:nvSpPr>
          <p:spPr>
            <a:xfrm>
              <a:off x="2368831" y="1766970"/>
              <a:ext cx="7900670" cy="0"/>
            </a:xfrm>
            <a:custGeom>
              <a:avLst/>
              <a:gdLst/>
              <a:ahLst/>
              <a:cxnLst/>
              <a:rect l="l" t="t" r="r" b="b"/>
              <a:pathLst>
                <a:path w="7900670">
                  <a:moveTo>
                    <a:pt x="0" y="0"/>
                  </a:moveTo>
                  <a:lnTo>
                    <a:pt x="7900416" y="0"/>
                  </a:lnTo>
                </a:path>
              </a:pathLst>
            </a:custGeom>
            <a:ln w="12700">
              <a:solidFill>
                <a:srgbClr val="009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6">
            <a:extLst>
              <a:ext uri="{FF2B5EF4-FFF2-40B4-BE49-F238E27FC236}">
                <a16:creationId xmlns:a16="http://schemas.microsoft.com/office/drawing/2014/main" id="{9D7F8262-F78A-55CA-20B0-5974F93BB4E9}"/>
              </a:ext>
            </a:extLst>
          </p:cNvPr>
          <p:cNvSpPr/>
          <p:nvPr userDrawn="1"/>
        </p:nvSpPr>
        <p:spPr>
          <a:xfrm>
            <a:off x="845260" y="2298198"/>
            <a:ext cx="1048120" cy="1048120"/>
          </a:xfrm>
          <a:custGeom>
            <a:avLst/>
            <a:gdLst/>
            <a:ahLst/>
            <a:cxnLst/>
            <a:rect l="l" t="t" r="r" b="b"/>
            <a:pathLst>
              <a:path w="1518285" h="1518285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rgbClr val="50BF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716DB41D-B210-F241-CD52-0EFFF541211C}"/>
              </a:ext>
            </a:extLst>
          </p:cNvPr>
          <p:cNvSpPr/>
          <p:nvPr userDrawn="1"/>
        </p:nvSpPr>
        <p:spPr>
          <a:xfrm>
            <a:off x="845260" y="3526343"/>
            <a:ext cx="1048120" cy="1048120"/>
          </a:xfrm>
          <a:custGeom>
            <a:avLst/>
            <a:gdLst/>
            <a:ahLst/>
            <a:cxnLst/>
            <a:rect l="l" t="t" r="r" b="b"/>
            <a:pathLst>
              <a:path w="1518285" h="1518285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rgbClr val="F897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>
            <a:extLst>
              <a:ext uri="{FF2B5EF4-FFF2-40B4-BE49-F238E27FC236}">
                <a16:creationId xmlns:a16="http://schemas.microsoft.com/office/drawing/2014/main" id="{189D5478-CC8F-7576-0132-D5B79560D60E}"/>
              </a:ext>
            </a:extLst>
          </p:cNvPr>
          <p:cNvSpPr/>
          <p:nvPr userDrawn="1"/>
        </p:nvSpPr>
        <p:spPr>
          <a:xfrm>
            <a:off x="845261" y="4754488"/>
            <a:ext cx="1048120" cy="1048120"/>
          </a:xfrm>
          <a:custGeom>
            <a:avLst/>
            <a:gdLst/>
            <a:ahLst/>
            <a:cxnLst/>
            <a:rect l="l" t="t" r="r" b="b"/>
            <a:pathLst>
              <a:path w="1518285" h="1518284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rgbClr val="71B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BE06558A-A603-4412-99F8-41AC4552AEB5}"/>
              </a:ext>
            </a:extLst>
          </p:cNvPr>
          <p:cNvSpPr txBox="1">
            <a:spLocks/>
          </p:cNvSpPr>
          <p:nvPr userDrawn="1"/>
        </p:nvSpPr>
        <p:spPr>
          <a:xfrm>
            <a:off x="594684" y="2460460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rgbClr val="0054A6"/>
                </a:solidFill>
                <a:latin typeface="+mj-lt"/>
              </a:rPr>
              <a:t>1</a:t>
            </a:r>
            <a:endParaRPr lang="en-US" sz="2400">
              <a:solidFill>
                <a:srgbClr val="0054A6"/>
              </a:solidFill>
              <a:latin typeface="+mj-lt"/>
              <a:cs typeface="Rockwell Nova" panose="020F0502020204030204" pitchFamily="34" charset="0"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8DF3BDC3-3F52-74F8-39C2-D5514CA1D77F}"/>
              </a:ext>
            </a:extLst>
          </p:cNvPr>
          <p:cNvSpPr txBox="1">
            <a:spLocks/>
          </p:cNvSpPr>
          <p:nvPr userDrawn="1"/>
        </p:nvSpPr>
        <p:spPr>
          <a:xfrm>
            <a:off x="594684" y="3657600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rgbClr val="0054A6"/>
                </a:solidFill>
                <a:latin typeface="+mj-lt"/>
              </a:rPr>
              <a:t>2</a:t>
            </a:r>
            <a:endParaRPr lang="en-US" sz="2400">
              <a:solidFill>
                <a:srgbClr val="0054A6"/>
              </a:solidFill>
              <a:latin typeface="+mj-lt"/>
              <a:cs typeface="Rockwell Nova" panose="020F0502020204030204" pitchFamily="34" charset="0"/>
            </a:endParaRPr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9FDF40DE-F558-1524-1A37-3E5D674C7BDD}"/>
              </a:ext>
            </a:extLst>
          </p:cNvPr>
          <p:cNvSpPr txBox="1">
            <a:spLocks/>
          </p:cNvSpPr>
          <p:nvPr userDrawn="1"/>
        </p:nvSpPr>
        <p:spPr>
          <a:xfrm>
            <a:off x="594684" y="4876800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rgbClr val="0054A6"/>
                </a:solidFill>
                <a:latin typeface="+mj-lt"/>
              </a:rPr>
              <a:t>3</a:t>
            </a:r>
            <a:endParaRPr lang="en-US" sz="2400">
              <a:solidFill>
                <a:srgbClr val="0054A6"/>
              </a:solidFill>
              <a:latin typeface="+mj-lt"/>
              <a:cs typeface="Rockwell Nova" panose="020F0502020204030204" pitchFamily="34" charset="0"/>
            </a:endParaRP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4D93CC1-EB16-B768-8DD5-2BA8B00496D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502466" y="2151772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C98E75AE-D840-B835-6EFB-ED91B26B2C6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502466" y="4652044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6C0FA676-7788-2527-B4C3-AEC1D1234DC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502466" y="5861672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grpSp>
        <p:nvGrpSpPr>
          <p:cNvPr id="35" name="object 8">
            <a:extLst>
              <a:ext uri="{FF2B5EF4-FFF2-40B4-BE49-F238E27FC236}">
                <a16:creationId xmlns:a16="http://schemas.microsoft.com/office/drawing/2014/main" id="{47E9B0D5-8A40-79FE-C8D0-BB4D009458F9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00D2FDC5-AA57-D482-A31B-DA61E68B60AF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37" name="object 10">
              <a:extLst>
                <a:ext uri="{FF2B5EF4-FFF2-40B4-BE49-F238E27FC236}">
                  <a16:creationId xmlns:a16="http://schemas.microsoft.com/office/drawing/2014/main" id="{19927B8F-65E9-2696-D595-FA91903A5DDE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39" name="Slide Number Placeholder 6">
            <a:extLst>
              <a:ext uri="{FF2B5EF4-FFF2-40B4-BE49-F238E27FC236}">
                <a16:creationId xmlns:a16="http://schemas.microsoft.com/office/drawing/2014/main" id="{C39ED186-5079-9C5B-3776-96A15788F5D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8E860E74-6794-82F3-B790-76F5B3EA230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8000" y="538178"/>
            <a:ext cx="11125200" cy="954901"/>
          </a:xfrm>
          <a:prstGeom prst="rect">
            <a:avLst/>
          </a:prstGeom>
        </p:spPr>
        <p:txBody>
          <a:bodyPr/>
          <a:lstStyle>
            <a:lvl1pPr marL="12700" marR="5080">
              <a:lnSpc>
                <a:spcPts val="6400"/>
              </a:lnSpc>
              <a:defRPr lang="en-US" sz="4400" b="1" dirty="0" smtClean="0">
                <a:solidFill>
                  <a:srgbClr val="0054A6"/>
                </a:solidFill>
                <a:latin typeface="+mj-lt"/>
                <a:ea typeface="+mj-ea"/>
                <a:cs typeface="+mj-cs"/>
              </a:defRPr>
            </a:lvl1pPr>
            <a:lvl2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2pPr>
            <a:lvl3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3pPr>
            <a:lvl4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4pPr>
            <a:lvl5pPr marL="12700" marR="5080">
              <a:lnSpc>
                <a:spcPts val="6400"/>
              </a:lnSpc>
              <a:defRPr lang="en-US" sz="6400" b="1" dirty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sp>
        <p:nvSpPr>
          <p:cNvPr id="3" name="object 18">
            <a:extLst>
              <a:ext uri="{FF2B5EF4-FFF2-40B4-BE49-F238E27FC236}">
                <a16:creationId xmlns:a16="http://schemas.microsoft.com/office/drawing/2014/main" id="{E3008370-6A54-EC71-1711-FB11986BE1FA}"/>
              </a:ext>
            </a:extLst>
          </p:cNvPr>
          <p:cNvSpPr/>
          <p:nvPr userDrawn="1"/>
        </p:nvSpPr>
        <p:spPr>
          <a:xfrm>
            <a:off x="845261" y="5982633"/>
            <a:ext cx="1048120" cy="1048120"/>
          </a:xfrm>
          <a:custGeom>
            <a:avLst/>
            <a:gdLst/>
            <a:ahLst/>
            <a:cxnLst/>
            <a:rect l="l" t="t" r="r" b="b"/>
            <a:pathLst>
              <a:path w="1518285" h="1518284">
                <a:moveTo>
                  <a:pt x="758951" y="0"/>
                </a:moveTo>
                <a:lnTo>
                  <a:pt x="710954" y="1493"/>
                </a:lnTo>
                <a:lnTo>
                  <a:pt x="663749" y="5913"/>
                </a:lnTo>
                <a:lnTo>
                  <a:pt x="617427" y="13170"/>
                </a:lnTo>
                <a:lnTo>
                  <a:pt x="572076" y="23177"/>
                </a:lnTo>
                <a:lnTo>
                  <a:pt x="527785" y="35845"/>
                </a:lnTo>
                <a:lnTo>
                  <a:pt x="484643" y="51083"/>
                </a:lnTo>
                <a:lnTo>
                  <a:pt x="442739" y="68804"/>
                </a:lnTo>
                <a:lnTo>
                  <a:pt x="402162" y="88919"/>
                </a:lnTo>
                <a:lnTo>
                  <a:pt x="363000" y="111338"/>
                </a:lnTo>
                <a:lnTo>
                  <a:pt x="325343" y="135973"/>
                </a:lnTo>
                <a:lnTo>
                  <a:pt x="289280" y="162735"/>
                </a:lnTo>
                <a:lnTo>
                  <a:pt x="254899" y="191535"/>
                </a:lnTo>
                <a:lnTo>
                  <a:pt x="222289" y="222284"/>
                </a:lnTo>
                <a:lnTo>
                  <a:pt x="191540" y="254894"/>
                </a:lnTo>
                <a:lnTo>
                  <a:pt x="162739" y="289275"/>
                </a:lnTo>
                <a:lnTo>
                  <a:pt x="135977" y="325338"/>
                </a:lnTo>
                <a:lnTo>
                  <a:pt x="111341" y="362995"/>
                </a:lnTo>
                <a:lnTo>
                  <a:pt x="88921" y="402156"/>
                </a:lnTo>
                <a:lnTo>
                  <a:pt x="68806" y="442733"/>
                </a:lnTo>
                <a:lnTo>
                  <a:pt x="51085" y="484638"/>
                </a:lnTo>
                <a:lnTo>
                  <a:pt x="35846" y="527780"/>
                </a:lnTo>
                <a:lnTo>
                  <a:pt x="23178" y="572072"/>
                </a:lnTo>
                <a:lnTo>
                  <a:pt x="13171" y="617423"/>
                </a:lnTo>
                <a:lnTo>
                  <a:pt x="5913" y="663747"/>
                </a:lnTo>
                <a:lnTo>
                  <a:pt x="1493" y="710952"/>
                </a:lnTo>
                <a:lnTo>
                  <a:pt x="0" y="758951"/>
                </a:lnTo>
                <a:lnTo>
                  <a:pt x="1493" y="806948"/>
                </a:lnTo>
                <a:lnTo>
                  <a:pt x="5913" y="854151"/>
                </a:lnTo>
                <a:lnTo>
                  <a:pt x="13171" y="900473"/>
                </a:lnTo>
                <a:lnTo>
                  <a:pt x="23178" y="945823"/>
                </a:lnTo>
                <a:lnTo>
                  <a:pt x="35846" y="990113"/>
                </a:lnTo>
                <a:lnTo>
                  <a:pt x="51085" y="1033255"/>
                </a:lnTo>
                <a:lnTo>
                  <a:pt x="68806" y="1075159"/>
                </a:lnTo>
                <a:lnTo>
                  <a:pt x="88921" y="1115736"/>
                </a:lnTo>
                <a:lnTo>
                  <a:pt x="111341" y="1154897"/>
                </a:lnTo>
                <a:lnTo>
                  <a:pt x="135977" y="1192554"/>
                </a:lnTo>
                <a:lnTo>
                  <a:pt x="162739" y="1228618"/>
                </a:lnTo>
                <a:lnTo>
                  <a:pt x="191540" y="1262999"/>
                </a:lnTo>
                <a:lnTo>
                  <a:pt x="222289" y="1295609"/>
                </a:lnTo>
                <a:lnTo>
                  <a:pt x="254899" y="1326359"/>
                </a:lnTo>
                <a:lnTo>
                  <a:pt x="289280" y="1355160"/>
                </a:lnTo>
                <a:lnTo>
                  <a:pt x="325343" y="1381923"/>
                </a:lnTo>
                <a:lnTo>
                  <a:pt x="363000" y="1406559"/>
                </a:lnTo>
                <a:lnTo>
                  <a:pt x="402162" y="1428979"/>
                </a:lnTo>
                <a:lnTo>
                  <a:pt x="442739" y="1449095"/>
                </a:lnTo>
                <a:lnTo>
                  <a:pt x="484643" y="1466817"/>
                </a:lnTo>
                <a:lnTo>
                  <a:pt x="527785" y="1482056"/>
                </a:lnTo>
                <a:lnTo>
                  <a:pt x="572076" y="1494724"/>
                </a:lnTo>
                <a:lnTo>
                  <a:pt x="617427" y="1504732"/>
                </a:lnTo>
                <a:lnTo>
                  <a:pt x="663749" y="1511990"/>
                </a:lnTo>
                <a:lnTo>
                  <a:pt x="710954" y="1516410"/>
                </a:lnTo>
                <a:lnTo>
                  <a:pt x="758951" y="1517903"/>
                </a:lnTo>
                <a:lnTo>
                  <a:pt x="806949" y="1516410"/>
                </a:lnTo>
                <a:lnTo>
                  <a:pt x="854154" y="1511990"/>
                </a:lnTo>
                <a:lnTo>
                  <a:pt x="900476" y="1504732"/>
                </a:lnTo>
                <a:lnTo>
                  <a:pt x="945827" y="1494724"/>
                </a:lnTo>
                <a:lnTo>
                  <a:pt x="990118" y="1482056"/>
                </a:lnTo>
                <a:lnTo>
                  <a:pt x="1033260" y="1466817"/>
                </a:lnTo>
                <a:lnTo>
                  <a:pt x="1075164" y="1449095"/>
                </a:lnTo>
                <a:lnTo>
                  <a:pt x="1115741" y="1428979"/>
                </a:lnTo>
                <a:lnTo>
                  <a:pt x="1154903" y="1406559"/>
                </a:lnTo>
                <a:lnTo>
                  <a:pt x="1192560" y="1381923"/>
                </a:lnTo>
                <a:lnTo>
                  <a:pt x="1228623" y="1355160"/>
                </a:lnTo>
                <a:lnTo>
                  <a:pt x="1263004" y="1326359"/>
                </a:lnTo>
                <a:lnTo>
                  <a:pt x="1295614" y="1295609"/>
                </a:lnTo>
                <a:lnTo>
                  <a:pt x="1326363" y="1262999"/>
                </a:lnTo>
                <a:lnTo>
                  <a:pt x="1355164" y="1228618"/>
                </a:lnTo>
                <a:lnTo>
                  <a:pt x="1381926" y="1192554"/>
                </a:lnTo>
                <a:lnTo>
                  <a:pt x="1406562" y="1154897"/>
                </a:lnTo>
                <a:lnTo>
                  <a:pt x="1428982" y="1115736"/>
                </a:lnTo>
                <a:lnTo>
                  <a:pt x="1449097" y="1075159"/>
                </a:lnTo>
                <a:lnTo>
                  <a:pt x="1466818" y="1033255"/>
                </a:lnTo>
                <a:lnTo>
                  <a:pt x="1482057" y="990113"/>
                </a:lnTo>
                <a:lnTo>
                  <a:pt x="1494725" y="945823"/>
                </a:lnTo>
                <a:lnTo>
                  <a:pt x="1504732" y="900473"/>
                </a:lnTo>
                <a:lnTo>
                  <a:pt x="1511990" y="854151"/>
                </a:lnTo>
                <a:lnTo>
                  <a:pt x="1516410" y="806948"/>
                </a:lnTo>
                <a:lnTo>
                  <a:pt x="1517903" y="758951"/>
                </a:lnTo>
                <a:lnTo>
                  <a:pt x="1516410" y="710952"/>
                </a:lnTo>
                <a:lnTo>
                  <a:pt x="1511990" y="663747"/>
                </a:lnTo>
                <a:lnTo>
                  <a:pt x="1504732" y="617423"/>
                </a:lnTo>
                <a:lnTo>
                  <a:pt x="1494725" y="572072"/>
                </a:lnTo>
                <a:lnTo>
                  <a:pt x="1482057" y="527780"/>
                </a:lnTo>
                <a:lnTo>
                  <a:pt x="1466818" y="484638"/>
                </a:lnTo>
                <a:lnTo>
                  <a:pt x="1449097" y="442733"/>
                </a:lnTo>
                <a:lnTo>
                  <a:pt x="1428982" y="402156"/>
                </a:lnTo>
                <a:lnTo>
                  <a:pt x="1406562" y="362995"/>
                </a:lnTo>
                <a:lnTo>
                  <a:pt x="1381926" y="325338"/>
                </a:lnTo>
                <a:lnTo>
                  <a:pt x="1355164" y="289275"/>
                </a:lnTo>
                <a:lnTo>
                  <a:pt x="1326363" y="254894"/>
                </a:lnTo>
                <a:lnTo>
                  <a:pt x="1295614" y="222284"/>
                </a:lnTo>
                <a:lnTo>
                  <a:pt x="1263004" y="191535"/>
                </a:lnTo>
                <a:lnTo>
                  <a:pt x="1228623" y="162735"/>
                </a:lnTo>
                <a:lnTo>
                  <a:pt x="1192560" y="135973"/>
                </a:lnTo>
                <a:lnTo>
                  <a:pt x="1154903" y="111338"/>
                </a:lnTo>
                <a:lnTo>
                  <a:pt x="1115741" y="88919"/>
                </a:lnTo>
                <a:lnTo>
                  <a:pt x="1075164" y="68804"/>
                </a:lnTo>
                <a:lnTo>
                  <a:pt x="1033260" y="51083"/>
                </a:lnTo>
                <a:lnTo>
                  <a:pt x="990118" y="35845"/>
                </a:lnTo>
                <a:lnTo>
                  <a:pt x="945827" y="23177"/>
                </a:lnTo>
                <a:lnTo>
                  <a:pt x="900476" y="13170"/>
                </a:lnTo>
                <a:lnTo>
                  <a:pt x="854154" y="5913"/>
                </a:lnTo>
                <a:lnTo>
                  <a:pt x="806949" y="1493"/>
                </a:lnTo>
                <a:lnTo>
                  <a:pt x="75895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04513B57-039C-2153-F6CE-F6311C6760D8}"/>
              </a:ext>
            </a:extLst>
          </p:cNvPr>
          <p:cNvSpPr txBox="1">
            <a:spLocks/>
          </p:cNvSpPr>
          <p:nvPr userDrawn="1"/>
        </p:nvSpPr>
        <p:spPr>
          <a:xfrm>
            <a:off x="594684" y="6096000"/>
            <a:ext cx="1549272" cy="72359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4000"/>
              </a:lnSpc>
            </a:pPr>
            <a:r>
              <a:rPr lang="en-US" sz="4200" b="1">
                <a:solidFill>
                  <a:schemeClr val="bg1"/>
                </a:solidFill>
                <a:latin typeface="+mj-lt"/>
              </a:rPr>
              <a:t>4</a:t>
            </a:r>
            <a:endParaRPr lang="en-US" sz="2400">
              <a:solidFill>
                <a:srgbClr val="008FC6"/>
              </a:solidFill>
              <a:latin typeface="+mj-lt"/>
              <a:cs typeface="Rockwell Nova" panose="020F050202020403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D760492-6435-B5E6-FB4E-99EF02FE31D8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502466" y="3368730"/>
            <a:ext cx="8224077" cy="1330589"/>
          </a:xfrm>
          <a:prstGeom prst="rect">
            <a:avLst/>
          </a:prstGeom>
        </p:spPr>
        <p:txBody>
          <a:bodyPr anchor="ctr" anchorCtr="0"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in fermentum </a:t>
            </a:r>
            <a:r>
              <a:rPr lang="en-US" err="1"/>
              <a:t>eleifend</a:t>
            </a:r>
            <a:r>
              <a:rPr lang="en-US"/>
              <a:t>. Nunc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 Morbi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at.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8096FBA-2E7F-2ADB-4802-AEEB9C963250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A03FB79-17CB-DF4C-7346-6DCE7A335B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2543176"/>
            <a:ext cx="5638800" cy="4637774"/>
          </a:xfrm>
          <a:prstGeom prst="rect">
            <a:avLst/>
          </a:prstGeom>
        </p:spPr>
        <p:txBody>
          <a:bodyPr/>
          <a:lstStyle>
            <a:lvl1pPr marL="274320" indent="-274320">
              <a:spcBef>
                <a:spcPts val="1200"/>
              </a:spcBef>
              <a:buClr>
                <a:srgbClr val="0099D9"/>
              </a:buClr>
              <a:buFont typeface="Arial" panose="020B0604020202020204" pitchFamily="34" charset="0"/>
              <a:buChar char="•"/>
              <a:defRPr sz="2000"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 sz="2000"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7" name="Picture 6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7824C91B-C4B7-83DC-8182-C9E6ED711D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8C6F4328-3C52-E799-9C95-EDE979478DBE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0A8A8BA-8D8E-141F-2141-718F93737CD0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E889C97-8F87-1610-A344-E994140278A2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5EDB80-6E95-C84A-DEC1-DE9CEA347F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1910265"/>
            <a:ext cx="5638800" cy="48895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0099D9"/>
                </a:solidFill>
                <a:latin typeface="+mj-lt"/>
              </a:defRPr>
            </a:lvl1pPr>
          </a:lstStyle>
          <a:p>
            <a:pPr lvl="0"/>
            <a:r>
              <a:rPr lang="en-US"/>
              <a:t>Callout Subhead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F6C9FD-AA91-36BD-3007-B323B35888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39200" y="3520436"/>
            <a:ext cx="4711700" cy="366051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2400">
                <a:solidFill>
                  <a:srgbClr val="55B9D9"/>
                </a:solidFill>
                <a:latin typeface="Montserrat" panose="00000500000000000000" pitchFamily="2" charset="0"/>
              </a:defRPr>
            </a:lvl1pPr>
            <a:lvl2pPr marL="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Paragraph Headline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52A32B46-E798-ED77-9E5D-B9DE43E16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39200" y="1910264"/>
            <a:ext cx="4711700" cy="1458585"/>
          </a:xfrm>
          <a:prstGeom prst="rect">
            <a:avLst/>
          </a:prstGeom>
        </p:spPr>
        <p:txBody>
          <a:bodyPr anchor="b" anchorCtr="0"/>
          <a:lstStyle>
            <a:lvl1pPr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3385D603-010C-6065-B80E-B88AE56C7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C2C56FB1-3EEF-7471-B0FF-7301477E84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00" y="538178"/>
            <a:ext cx="11125200" cy="954901"/>
          </a:xfrm>
          <a:prstGeom prst="rect">
            <a:avLst/>
          </a:prstGeom>
        </p:spPr>
        <p:txBody>
          <a:bodyPr/>
          <a:lstStyle>
            <a:lvl1pPr marL="12700" marR="5080">
              <a:lnSpc>
                <a:spcPts val="6400"/>
              </a:lnSpc>
              <a:defRPr lang="en-US" sz="4400" b="1" dirty="0" smtClean="0">
                <a:solidFill>
                  <a:srgbClr val="0054A6"/>
                </a:solidFill>
                <a:latin typeface="+mj-lt"/>
                <a:ea typeface="+mj-ea"/>
                <a:cs typeface="+mj-cs"/>
              </a:defRPr>
            </a:lvl1pPr>
            <a:lvl2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2pPr>
            <a:lvl3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3pPr>
            <a:lvl4pPr marL="12700" marR="5080">
              <a:lnSpc>
                <a:spcPts val="6400"/>
              </a:lnSpc>
              <a:defRPr lang="en-US" sz="6400" b="1" dirty="0" smtClean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4pPr>
            <a:lvl5pPr marL="12700" marR="5080">
              <a:lnSpc>
                <a:spcPts val="6400"/>
              </a:lnSpc>
              <a:defRPr lang="en-US" sz="6400" b="1" dirty="0">
                <a:solidFill>
                  <a:srgbClr val="0054A6"/>
                </a:solidFill>
                <a:latin typeface="Montserrat Extra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Title of Slide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DB7BB55-A4E4-FAE9-A228-919E70B7D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50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6">
            <a:extLst>
              <a:ext uri="{FF2B5EF4-FFF2-40B4-BE49-F238E27FC236}">
                <a16:creationId xmlns:a16="http://schemas.microsoft.com/office/drawing/2014/main" id="{428245A2-CDF3-3658-E5A5-8B06DAFD07F0}"/>
              </a:ext>
            </a:extLst>
          </p:cNvPr>
          <p:cNvGrpSpPr/>
          <p:nvPr userDrawn="1"/>
        </p:nvGrpSpPr>
        <p:grpSpPr>
          <a:xfrm>
            <a:off x="5916321" y="5113429"/>
            <a:ext cx="2649855" cy="1845945"/>
            <a:chOff x="5916321" y="5113429"/>
            <a:chExt cx="2649855" cy="1845945"/>
          </a:xfrm>
        </p:grpSpPr>
        <p:pic>
          <p:nvPicPr>
            <p:cNvPr id="15" name="object 7">
              <a:extLst>
                <a:ext uri="{FF2B5EF4-FFF2-40B4-BE49-F238E27FC236}">
                  <a16:creationId xmlns:a16="http://schemas.microsoft.com/office/drawing/2014/main" id="{35D69EBE-C714-48CB-1B11-28E185C34FFE}"/>
                </a:ext>
              </a:extLst>
            </p:cNvPr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5811" y="5113429"/>
              <a:ext cx="1610045" cy="1290773"/>
            </a:xfrm>
            <a:prstGeom prst="rect">
              <a:avLst/>
            </a:prstGeom>
          </p:spPr>
        </p:pic>
        <p:pic>
          <p:nvPicPr>
            <p:cNvPr id="16" name="object 8">
              <a:extLst>
                <a:ext uri="{FF2B5EF4-FFF2-40B4-BE49-F238E27FC236}">
                  <a16:creationId xmlns:a16="http://schemas.microsoft.com/office/drawing/2014/main" id="{C3AD74B2-5B50-45C9-6BD5-B9A702EC28F3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16321" y="5845315"/>
              <a:ext cx="1291816" cy="1113493"/>
            </a:xfrm>
            <a:prstGeom prst="rect">
              <a:avLst/>
            </a:prstGeom>
          </p:spPr>
        </p:pic>
      </p:grpSp>
      <p:pic>
        <p:nvPicPr>
          <p:cNvPr id="5" name="Picture 4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78ACFFEE-66CA-F1D2-7F3D-5BEFE3FF2C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6" name="object 8">
            <a:extLst>
              <a:ext uri="{FF2B5EF4-FFF2-40B4-BE49-F238E27FC236}">
                <a16:creationId xmlns:a16="http://schemas.microsoft.com/office/drawing/2014/main" id="{1C472ACB-6F9C-456E-7A84-4C90D1174760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509F1289-EC1B-1EA4-092E-4F07E13B741A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BAB1B180-3FDB-BD29-21E7-093003CFFFA7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C0FB895-DD17-21F2-3097-4A1912A29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2118090"/>
            <a:ext cx="5638800" cy="4637774"/>
          </a:xfrm>
          <a:prstGeom prst="rect">
            <a:avLst/>
          </a:prstGeom>
        </p:spPr>
        <p:txBody>
          <a:bodyPr/>
          <a:lstStyle>
            <a:lvl1pPr marL="274320" indent="-274320">
              <a:spcBef>
                <a:spcPts val="1200"/>
              </a:spcBef>
              <a:buClr>
                <a:srgbClr val="0099D9"/>
              </a:buClr>
              <a:buFont typeface="Arial" panose="020B0604020202020204" pitchFamily="34" charset="0"/>
              <a:buChar char="•"/>
              <a:defRPr sz="20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 sz="2000" b="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 b="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8BAFDD7-62D3-D8C5-43C3-CCAE92252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1168936"/>
            <a:ext cx="5638800" cy="6096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Callout Subhead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05B0195-D3FC-EE84-5A23-EA63CBEAEA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97346" y="2118090"/>
            <a:ext cx="5638800" cy="4637774"/>
          </a:xfrm>
          <a:prstGeom prst="rect">
            <a:avLst/>
          </a:prstGeom>
        </p:spPr>
        <p:txBody>
          <a:bodyPr/>
          <a:lstStyle>
            <a:lvl1pPr marL="274320" indent="-274320">
              <a:spcBef>
                <a:spcPts val="1200"/>
              </a:spcBef>
              <a:buClr>
                <a:srgbClr val="0099D9"/>
              </a:buClr>
              <a:buFont typeface="Arial" panose="020B0604020202020204" pitchFamily="34" charset="0"/>
              <a:buChar char="•"/>
              <a:defRPr sz="2000" b="0">
                <a:solidFill>
                  <a:srgbClr val="0054A6"/>
                </a:solidFill>
                <a:latin typeface="Montserrat" panose="00000500000000000000" pitchFamily="2" charset="0"/>
              </a:defRPr>
            </a:lvl1pPr>
            <a:lvl2pPr marL="548640" indent="-28575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Char char="o"/>
              <a:defRPr sz="2000" b="0">
                <a:solidFill>
                  <a:srgbClr val="0054A6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rgbClr val="0054A6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 b="0">
                <a:solidFill>
                  <a:srgbClr val="0054A6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94D5FD7-17E4-A3AE-ED16-67B1D53301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97346" y="1168936"/>
            <a:ext cx="5638800" cy="6096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0054A6"/>
                </a:solidFill>
                <a:latin typeface="+mj-lt"/>
              </a:defRPr>
            </a:lvl1pPr>
          </a:lstStyle>
          <a:p>
            <a:pPr lvl="0"/>
            <a:r>
              <a:rPr lang="en-US"/>
              <a:t>Callout Subhead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B8C9B6F9-47B7-8FB5-3DAA-0E6CA53D3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2" name="object 14">
            <a:extLst>
              <a:ext uri="{FF2B5EF4-FFF2-40B4-BE49-F238E27FC236}">
                <a16:creationId xmlns:a16="http://schemas.microsoft.com/office/drawing/2014/main" id="{CCB75493-82A0-8B2F-4408-08D2BD2E11A1}"/>
              </a:ext>
            </a:extLst>
          </p:cNvPr>
          <p:cNvSpPr txBox="1">
            <a:spLocks/>
          </p:cNvSpPr>
          <p:nvPr userDrawn="1"/>
        </p:nvSpPr>
        <p:spPr>
          <a:xfrm>
            <a:off x="533400" y="7529839"/>
            <a:ext cx="2066757" cy="17697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rgbClr val="0054A6"/>
                </a:solidFill>
                <a:latin typeface="+mn-lt"/>
              </a:rPr>
              <a:t>General Mills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8BA5A888-FEAE-6F96-83AA-9E85CE75F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739E90E5-7710-4F6F-49B8-E863E5068342}"/>
              </a:ext>
            </a:extLst>
          </p:cNvPr>
          <p:cNvSpPr txBox="1">
            <a:spLocks/>
          </p:cNvSpPr>
          <p:nvPr userDrawn="1"/>
        </p:nvSpPr>
        <p:spPr>
          <a:xfrm>
            <a:off x="533400" y="7528411"/>
            <a:ext cx="2066757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chemeClr val="bg1"/>
                </a:solidFill>
                <a:latin typeface="Montserrat" panose="00000500000000000000" pitchFamily="2" charset="0"/>
              </a:rPr>
              <a:t>General Mills</a:t>
            </a:r>
          </a:p>
        </p:txBody>
      </p:sp>
    </p:spTree>
    <p:extLst>
      <p:ext uri="{BB962C8B-B14F-4D97-AF65-F5344CB8AC3E}">
        <p14:creationId xmlns:p14="http://schemas.microsoft.com/office/powerpoint/2010/main" val="888604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94D5FD7-17E4-A3AE-ED16-67B1D53301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1855398"/>
            <a:ext cx="5638800" cy="609600"/>
          </a:xfrm>
          <a:prstGeom prst="rect">
            <a:avLst/>
          </a:prstGeom>
        </p:spPr>
        <p:txBody>
          <a:bodyPr anchor="b" anchorCtr="0"/>
          <a:lstStyle>
            <a:lvl1pPr>
              <a:defRPr sz="2400" b="0">
                <a:solidFill>
                  <a:schemeClr val="bg1"/>
                </a:solidFill>
                <a:latin typeface="Rockwell Nova" panose="02060503020205020403" pitchFamily="18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pic>
        <p:nvPicPr>
          <p:cNvPr id="5" name="Picture 4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78ACFFEE-66CA-F1D2-7F3D-5BEFE3FF2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6" name="object 8">
            <a:extLst>
              <a:ext uri="{FF2B5EF4-FFF2-40B4-BE49-F238E27FC236}">
                <a16:creationId xmlns:a16="http://schemas.microsoft.com/office/drawing/2014/main" id="{1C472ACB-6F9C-456E-7A84-4C90D1174760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509F1289-EC1B-1EA4-092E-4F07E13B741A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BAB1B180-3FDB-BD29-21E7-093003CFFFA7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C0FB895-DD17-21F2-3097-4A1912A29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4679131"/>
            <a:ext cx="5638800" cy="2270315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8BAFDD7-62D3-D8C5-43C3-CCAE92252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723450"/>
            <a:ext cx="6781800" cy="174579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5000"/>
              </a:lnSpc>
              <a:defRPr sz="6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Slide Title</a:t>
            </a: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4E1502EB-A33B-B530-2E6E-3DC831F015BB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3298" y="0"/>
            <a:ext cx="1927504" cy="1213074"/>
          </a:xfrm>
          <a:prstGeom prst="rect">
            <a:avLst/>
          </a:prstGeom>
        </p:spPr>
      </p:pic>
      <p:pic>
        <p:nvPicPr>
          <p:cNvPr id="20" name="Picture 19" descr="A pink object with a black background&#10;&#10;Description automatically generated">
            <a:extLst>
              <a:ext uri="{FF2B5EF4-FFF2-40B4-BE49-F238E27FC236}">
                <a16:creationId xmlns:a16="http://schemas.microsoft.com/office/drawing/2014/main" id="{067345BB-2F12-C71E-396A-C422FF71D8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3264" y="5564170"/>
            <a:ext cx="2081936" cy="1751629"/>
          </a:xfrm>
          <a:prstGeom prst="rect">
            <a:avLst/>
          </a:prstGeom>
        </p:spPr>
      </p:pic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451B4AB-79CE-A558-BD9F-B46763C2C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B3E33AD8-7D2E-5A81-2E70-C6ADB96B1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ED6036BD-DD23-DBAD-FD1B-B5EC11C7543E}"/>
              </a:ext>
            </a:extLst>
          </p:cNvPr>
          <p:cNvSpPr txBox="1">
            <a:spLocks/>
          </p:cNvSpPr>
          <p:nvPr userDrawn="1"/>
        </p:nvSpPr>
        <p:spPr>
          <a:xfrm>
            <a:off x="533400" y="7528411"/>
            <a:ext cx="2066757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chemeClr val="bg1"/>
                </a:solidFill>
                <a:latin typeface="Montserrat" panose="00000500000000000000" pitchFamily="2" charset="0"/>
              </a:rPr>
              <a:t>General Mills</a:t>
            </a:r>
          </a:p>
        </p:txBody>
      </p:sp>
    </p:spTree>
    <p:extLst>
      <p:ext uri="{BB962C8B-B14F-4D97-AF65-F5344CB8AC3E}">
        <p14:creationId xmlns:p14="http://schemas.microsoft.com/office/powerpoint/2010/main" val="1256892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78ACFFEE-66CA-F1D2-7F3D-5BEFE3FF2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6" name="object 8">
            <a:extLst>
              <a:ext uri="{FF2B5EF4-FFF2-40B4-BE49-F238E27FC236}">
                <a16:creationId xmlns:a16="http://schemas.microsoft.com/office/drawing/2014/main" id="{1C472ACB-6F9C-456E-7A84-4C90D1174760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509F1289-EC1B-1EA4-092E-4F07E13B741A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BAB1B180-3FDB-BD29-21E7-093003CFFFA7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451B4AB-79CE-A558-BD9F-B46763C2C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3" name="object 14">
            <a:extLst>
              <a:ext uri="{FF2B5EF4-FFF2-40B4-BE49-F238E27FC236}">
                <a16:creationId xmlns:a16="http://schemas.microsoft.com/office/drawing/2014/main" id="{0E8E9400-C6FE-EAE0-4DF7-352F5774EC71}"/>
              </a:ext>
            </a:extLst>
          </p:cNvPr>
          <p:cNvSpPr txBox="1">
            <a:spLocks/>
          </p:cNvSpPr>
          <p:nvPr userDrawn="1"/>
        </p:nvSpPr>
        <p:spPr>
          <a:xfrm>
            <a:off x="533400" y="7529839"/>
            <a:ext cx="2066757" cy="17697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chemeClr val="bg1"/>
                </a:solidFill>
                <a:latin typeface="+mn-lt"/>
              </a:rPr>
              <a:t>General Mills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B3E33AD8-7D2E-5A81-2E70-C6ADB96B1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419806-A583-F773-91FB-43CE46AF3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07163" cy="82296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3" name="object 10">
            <a:extLst>
              <a:ext uri="{FF2B5EF4-FFF2-40B4-BE49-F238E27FC236}">
                <a16:creationId xmlns:a16="http://schemas.microsoft.com/office/drawing/2014/main" id="{39CA00B6-FC43-6558-EE2B-9EAB2F912015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0431" y="7058732"/>
            <a:ext cx="1431098" cy="1044498"/>
          </a:xfrm>
          <a:prstGeom prst="rect">
            <a:avLst/>
          </a:prstGeom>
        </p:spPr>
      </p:pic>
      <p:pic>
        <p:nvPicPr>
          <p:cNvPr id="17" name="Picture 16" descr="A close up of a ring&#10;&#10;Description automatically generated">
            <a:extLst>
              <a:ext uri="{FF2B5EF4-FFF2-40B4-BE49-F238E27FC236}">
                <a16:creationId xmlns:a16="http://schemas.microsoft.com/office/drawing/2014/main" id="{27CAF9AB-6F0A-9AAA-0785-EED74C5337A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7206" y="6416332"/>
            <a:ext cx="1108731" cy="927874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CBEFF58D-910A-8726-8A37-05E62309D5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45045" y="5341070"/>
            <a:ext cx="5948746" cy="104449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F564609-37DD-2594-6F51-27A67639FE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45044" y="3505200"/>
            <a:ext cx="4886392" cy="1574391"/>
          </a:xfrm>
          <a:prstGeom prst="rect">
            <a:avLst/>
          </a:prstGeom>
        </p:spPr>
        <p:txBody>
          <a:bodyPr anchor="b" anchorCtr="0"/>
          <a:lstStyle>
            <a:lvl1pPr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796093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94D5FD7-17E4-A3AE-ED16-67B1D53301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1855398"/>
            <a:ext cx="5638800" cy="609600"/>
          </a:xfrm>
          <a:prstGeom prst="rect">
            <a:avLst/>
          </a:prstGeom>
        </p:spPr>
        <p:txBody>
          <a:bodyPr anchor="b" anchorCtr="0"/>
          <a:lstStyle>
            <a:lvl1pPr>
              <a:defRPr sz="2400" b="0">
                <a:solidFill>
                  <a:schemeClr val="bg1"/>
                </a:solidFill>
                <a:latin typeface="Rockwell Nova" panose="02060503020205020403" pitchFamily="18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pic>
        <p:nvPicPr>
          <p:cNvPr id="5" name="Picture 4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78ACFFEE-66CA-F1D2-7F3D-5BEFE3FF2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6" name="object 8">
            <a:extLst>
              <a:ext uri="{FF2B5EF4-FFF2-40B4-BE49-F238E27FC236}">
                <a16:creationId xmlns:a16="http://schemas.microsoft.com/office/drawing/2014/main" id="{1C472ACB-6F9C-456E-7A84-4C90D1174760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509F1289-EC1B-1EA4-092E-4F07E13B741A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BAB1B180-3FDB-BD29-21E7-093003CFFFA7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C0FB895-DD17-21F2-3097-4A1912A29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4679131"/>
            <a:ext cx="5638800" cy="2270315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451B4AB-79CE-A558-BD9F-B46763C2C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pic>
        <p:nvPicPr>
          <p:cNvPr id="3" name="object 13">
            <a:extLst>
              <a:ext uri="{FF2B5EF4-FFF2-40B4-BE49-F238E27FC236}">
                <a16:creationId xmlns:a16="http://schemas.microsoft.com/office/drawing/2014/main" id="{9927AC49-318D-605D-DE1C-7DDB4EC3DADC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6068264"/>
            <a:ext cx="2162682" cy="2036677"/>
          </a:xfrm>
          <a:prstGeom prst="rect">
            <a:avLst/>
          </a:prstGeom>
        </p:spPr>
      </p:pic>
      <p:pic>
        <p:nvPicPr>
          <p:cNvPr id="4" name="object 24">
            <a:extLst>
              <a:ext uri="{FF2B5EF4-FFF2-40B4-BE49-F238E27FC236}">
                <a16:creationId xmlns:a16="http://schemas.microsoft.com/office/drawing/2014/main" id="{AECEB8A6-326A-9D14-7FDD-002FE3B4DF16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795" y="329531"/>
            <a:ext cx="1768362" cy="1519070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0ACD929-B1DB-9E0B-D12C-496BDFE93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123D9AF-E5D6-A2BF-B713-21B990227D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723450"/>
            <a:ext cx="6781800" cy="174579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85000"/>
              </a:lnSpc>
              <a:defRPr sz="6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Slide Title</a:t>
            </a: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0993C36F-F373-43A1-0AA0-5A1B6BA053A1}"/>
              </a:ext>
            </a:extLst>
          </p:cNvPr>
          <p:cNvSpPr txBox="1">
            <a:spLocks/>
          </p:cNvSpPr>
          <p:nvPr userDrawn="1"/>
        </p:nvSpPr>
        <p:spPr>
          <a:xfrm>
            <a:off x="533400" y="7528411"/>
            <a:ext cx="2066757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chemeClr val="bg1"/>
                </a:solidFill>
                <a:latin typeface="Montserrat" panose="00000500000000000000" pitchFamily="2" charset="0"/>
              </a:rPr>
              <a:t>General Mills</a:t>
            </a:r>
          </a:p>
        </p:txBody>
      </p:sp>
    </p:spTree>
    <p:extLst>
      <p:ext uri="{BB962C8B-B14F-4D97-AF65-F5344CB8AC3E}">
        <p14:creationId xmlns:p14="http://schemas.microsoft.com/office/powerpoint/2010/main" val="1855708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9">
            <a:extLst>
              <a:ext uri="{FF2B5EF4-FFF2-40B4-BE49-F238E27FC236}">
                <a16:creationId xmlns:a16="http://schemas.microsoft.com/office/drawing/2014/main" id="{927D29B7-1706-E733-5A69-B1FA474076AA}"/>
              </a:ext>
            </a:extLst>
          </p:cNvPr>
          <p:cNvSpPr/>
          <p:nvPr/>
        </p:nvSpPr>
        <p:spPr>
          <a:xfrm>
            <a:off x="13004417" y="7385051"/>
            <a:ext cx="45719" cy="381000"/>
          </a:xfrm>
          <a:custGeom>
            <a:avLst/>
            <a:gdLst/>
            <a:ahLst/>
            <a:cxnLst/>
            <a:rect l="l" t="t" r="r" b="b"/>
            <a:pathLst>
              <a:path h="465454">
                <a:moveTo>
                  <a:pt x="0" y="0"/>
                </a:moveTo>
                <a:lnTo>
                  <a:pt x="0" y="465086"/>
                </a:lnTo>
              </a:path>
            </a:pathLst>
          </a:custGeom>
          <a:ln w="12699">
            <a:solidFill>
              <a:srgbClr val="008FC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A4A8E"/>
              </a:solidFill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C2E72C5D-7CD6-6EC6-3180-8AFC8F133BA2}"/>
              </a:ext>
            </a:extLst>
          </p:cNvPr>
          <p:cNvSpPr/>
          <p:nvPr/>
        </p:nvSpPr>
        <p:spPr>
          <a:xfrm flipV="1">
            <a:off x="7082156" y="7332535"/>
            <a:ext cx="6400800" cy="45719"/>
          </a:xfrm>
          <a:custGeom>
            <a:avLst/>
            <a:gdLst/>
            <a:ahLst/>
            <a:cxnLst/>
            <a:rect l="l" t="t" r="r" b="b"/>
            <a:pathLst>
              <a:path w="12335510">
                <a:moveTo>
                  <a:pt x="0" y="0"/>
                </a:moveTo>
                <a:lnTo>
                  <a:pt x="12335256" y="0"/>
                </a:lnTo>
              </a:path>
            </a:pathLst>
          </a:custGeom>
          <a:ln w="12700">
            <a:solidFill>
              <a:srgbClr val="008FC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A4A8E"/>
              </a:solidFill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C2C4DD2-ED5B-0D75-12F3-1D8EA12D2BBB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144000" y="1600200"/>
            <a:ext cx="4953000" cy="1476865"/>
          </a:xfrm>
          <a:prstGeom prst="rect">
            <a:avLst/>
          </a:prstGeom>
        </p:spPr>
        <p:txBody>
          <a:bodyPr anchor="b" anchorCtr="0"/>
          <a:lstStyle>
            <a:lvl1pPr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Slide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C14C5D6-0ECB-3F86-2C1F-155D6E215F67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9144000" y="3443418"/>
            <a:ext cx="4953000" cy="326217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BFFBB13-A4CA-8EBD-6A3D-990A39ADF501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5BE919C9-8D94-63FF-CB54-B379F4836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pic>
        <p:nvPicPr>
          <p:cNvPr id="3" name="Picture 2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446BEA7B-D43A-2C5D-D71D-41B75368F4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564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0">
            <a:extLst>
              <a:ext uri="{FF2B5EF4-FFF2-40B4-BE49-F238E27FC236}">
                <a16:creationId xmlns:a16="http://schemas.microsoft.com/office/drawing/2014/main" id="{052637B2-A058-7001-F53F-1E8F7FF62CED}"/>
              </a:ext>
            </a:extLst>
          </p:cNvPr>
          <p:cNvSpPr/>
          <p:nvPr userDrawn="1"/>
        </p:nvSpPr>
        <p:spPr>
          <a:xfrm flipV="1">
            <a:off x="8453756" y="7332535"/>
            <a:ext cx="5029200" cy="45719"/>
          </a:xfrm>
          <a:custGeom>
            <a:avLst/>
            <a:gdLst/>
            <a:ahLst/>
            <a:cxnLst/>
            <a:rect l="l" t="t" r="r" b="b"/>
            <a:pathLst>
              <a:path w="12335510">
                <a:moveTo>
                  <a:pt x="0" y="0"/>
                </a:moveTo>
                <a:lnTo>
                  <a:pt x="12335256" y="0"/>
                </a:lnTo>
              </a:path>
            </a:pathLst>
          </a:custGeom>
          <a:ln w="12700">
            <a:solidFill>
              <a:srgbClr val="008FC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A4A8E"/>
              </a:solidFill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C2C4DD2-ED5B-0D75-12F3-1D8EA12D2B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0" y="1600200"/>
            <a:ext cx="4953000" cy="1476865"/>
          </a:xfrm>
          <a:prstGeom prst="rect">
            <a:avLst/>
          </a:prstGeom>
        </p:spPr>
        <p:txBody>
          <a:bodyPr anchor="b" anchorCtr="0"/>
          <a:lstStyle>
            <a:lvl1pPr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Slide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C14C5D6-0ECB-3F86-2C1F-155D6E215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0" y="3443418"/>
            <a:ext cx="4953000" cy="326217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50159C55-7D86-1EE3-A3CF-F5DF0441923A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5799" y="6126"/>
            <a:ext cx="1571625" cy="1299757"/>
          </a:xfrm>
          <a:prstGeom prst="rect">
            <a:avLst/>
          </a:prstGeom>
        </p:spPr>
      </p:pic>
      <p:pic>
        <p:nvPicPr>
          <p:cNvPr id="5" name="Picture 4" descr="A group of different shaped food&#10;&#10;Description automatically generated with medium confidence">
            <a:extLst>
              <a:ext uri="{FF2B5EF4-FFF2-40B4-BE49-F238E27FC236}">
                <a16:creationId xmlns:a16="http://schemas.microsoft.com/office/drawing/2014/main" id="{2209524F-7244-2757-1B39-545807DBFD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9854997">
            <a:off x="8537800" y="6427529"/>
            <a:ext cx="2103249" cy="1813670"/>
          </a:xfrm>
          <a:prstGeom prst="rect">
            <a:avLst/>
          </a:prstGeom>
        </p:spPr>
      </p:pic>
      <p:sp>
        <p:nvSpPr>
          <p:cNvPr id="8" name="object 9">
            <a:extLst>
              <a:ext uri="{FF2B5EF4-FFF2-40B4-BE49-F238E27FC236}">
                <a16:creationId xmlns:a16="http://schemas.microsoft.com/office/drawing/2014/main" id="{1D04075C-BDFD-D03C-FF7F-C26098EA7C9C}"/>
              </a:ext>
            </a:extLst>
          </p:cNvPr>
          <p:cNvSpPr/>
          <p:nvPr userDrawn="1"/>
        </p:nvSpPr>
        <p:spPr>
          <a:xfrm>
            <a:off x="13004417" y="7385051"/>
            <a:ext cx="45719" cy="381000"/>
          </a:xfrm>
          <a:custGeom>
            <a:avLst/>
            <a:gdLst/>
            <a:ahLst/>
            <a:cxnLst/>
            <a:rect l="l" t="t" r="r" b="b"/>
            <a:pathLst>
              <a:path h="465454">
                <a:moveTo>
                  <a:pt x="0" y="0"/>
                </a:moveTo>
                <a:lnTo>
                  <a:pt x="0" y="465086"/>
                </a:lnTo>
              </a:path>
            </a:pathLst>
          </a:custGeom>
          <a:ln w="12699">
            <a:solidFill>
              <a:srgbClr val="008FC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A4A8E"/>
              </a:solidFill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8F900F7-E7BD-E01B-CE77-3810E1516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F91CEF99-BD4D-FF20-1741-287B306C0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pic>
        <p:nvPicPr>
          <p:cNvPr id="4" name="Picture 3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838D6A42-B685-8C66-39D1-4E1A7500B0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18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8">
            <a:extLst>
              <a:ext uri="{FF2B5EF4-FFF2-40B4-BE49-F238E27FC236}">
                <a16:creationId xmlns:a16="http://schemas.microsoft.com/office/drawing/2014/main" id="{1C472ACB-6F9C-456E-7A84-4C90D1174760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509F1289-EC1B-1EA4-092E-4F07E13B741A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BAB1B180-3FDB-BD29-21E7-093003CFFFA7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C0FB895-DD17-21F2-3097-4A1912A29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5884640"/>
            <a:ext cx="5638800" cy="1064806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99D9"/>
              </a:buClr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262890" indent="0">
              <a:spcBef>
                <a:spcPts val="600"/>
              </a:spcBef>
              <a:buClr>
                <a:srgbClr val="0099D9"/>
              </a:buClr>
              <a:buFont typeface="Courier New" panose="02070309020205020404" pitchFamily="49" charset="0"/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2pPr>
            <a:lvl3pPr marL="822960" indent="-27432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3pPr>
            <a:lvl4pPr marL="1097280" indent="-27432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4pPr>
            <a:lvl5pPr marL="2114550" indent="-285750"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8BAFDD7-62D3-D8C5-43C3-CCAE92252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72935"/>
            <a:ext cx="5638800" cy="811705"/>
          </a:xfrm>
          <a:prstGeom prst="rect">
            <a:avLst/>
          </a:prstGeom>
        </p:spPr>
        <p:txBody>
          <a:bodyPr anchor="ctr" anchorCtr="0"/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Slide Title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451B4AB-79CE-A558-BD9F-B46763C2C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DCEFC11-A0A1-D34C-368E-45C28488D1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757" y="1164691"/>
            <a:ext cx="3191043" cy="35720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FDEC66F-F912-C6ED-D94B-6137BB6199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57200"/>
            <a:ext cx="5638800" cy="609600"/>
          </a:xfrm>
          <a:prstGeom prst="rect">
            <a:avLst/>
          </a:prstGeom>
        </p:spPr>
        <p:txBody>
          <a:bodyPr anchor="b" anchorCtr="0"/>
          <a:lstStyle>
            <a:lvl1pPr>
              <a:defRPr sz="2400" b="0">
                <a:solidFill>
                  <a:schemeClr val="bg1"/>
                </a:solidFill>
                <a:latin typeface="Rockwell Nova" panose="02060503020205020403" pitchFamily="18" charset="0"/>
              </a:defRPr>
            </a:lvl1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5C09BEC8-376F-3ECC-1E73-2C00DF587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pic>
        <p:nvPicPr>
          <p:cNvPr id="9" name="Picture 8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D42C8D63-0C16-B798-9C93-9F90BA342A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sp>
        <p:nvSpPr>
          <p:cNvPr id="13" name="object 14">
            <a:extLst>
              <a:ext uri="{FF2B5EF4-FFF2-40B4-BE49-F238E27FC236}">
                <a16:creationId xmlns:a16="http://schemas.microsoft.com/office/drawing/2014/main" id="{F8BE6967-BAAB-9094-9332-79CEDE7A1F55}"/>
              </a:ext>
            </a:extLst>
          </p:cNvPr>
          <p:cNvSpPr txBox="1">
            <a:spLocks/>
          </p:cNvSpPr>
          <p:nvPr userDrawn="1"/>
        </p:nvSpPr>
        <p:spPr>
          <a:xfrm>
            <a:off x="533400" y="7528411"/>
            <a:ext cx="2066757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chemeClr val="bg1"/>
                </a:solidFill>
                <a:latin typeface="Montserrat" panose="00000500000000000000" pitchFamily="2" charset="0"/>
              </a:rPr>
              <a:t>General Mills</a:t>
            </a:r>
          </a:p>
        </p:txBody>
      </p:sp>
    </p:spTree>
    <p:extLst>
      <p:ext uri="{BB962C8B-B14F-4D97-AF65-F5344CB8AC3E}">
        <p14:creationId xmlns:p14="http://schemas.microsoft.com/office/powerpoint/2010/main" val="2610943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05EE59E8-EAB8-88AE-910C-6B1055B733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9760" y="2425700"/>
            <a:ext cx="2491344" cy="3365500"/>
          </a:xfrm>
          <a:prstGeom prst="rect">
            <a:avLst/>
          </a:prstGeom>
        </p:spPr>
      </p:pic>
      <p:pic>
        <p:nvPicPr>
          <p:cNvPr id="12" name="Picture 11" descr="A whit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9A2C7853-BBDE-C26B-066E-107B678C26E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9472" y="7086603"/>
            <a:ext cx="431800" cy="584200"/>
          </a:xfrm>
          <a:prstGeom prst="rect">
            <a:avLst/>
          </a:prstGeom>
        </p:spPr>
      </p:pic>
      <p:grpSp>
        <p:nvGrpSpPr>
          <p:cNvPr id="13" name="object 8">
            <a:extLst>
              <a:ext uri="{FF2B5EF4-FFF2-40B4-BE49-F238E27FC236}">
                <a16:creationId xmlns:a16="http://schemas.microsoft.com/office/drawing/2014/main" id="{0D2C4A52-5CD3-7C62-32FF-C0023E17F855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9D306825-7BC0-B318-1E5C-DC08243520A8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DD511098-E69F-F9D6-72E3-526BBF9D8E88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FDB6A7AC-DB64-00C3-70FF-DCCFA92C4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1" i="0" spc="-50" smtClean="0">
                <a:solidFill>
                  <a:schemeClr val="bg1"/>
                </a:solidFill>
                <a:latin typeface="Montserrat" panose="00000500000000000000" pitchFamily="2" charset="0"/>
                <a:cs typeface="Arial Black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3C6EBC5D-DCC6-08A4-9A9F-EE26D8AC6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endParaRPr lang="en-US"/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282A4BD2-CB15-357D-EBD0-B02ECC627BAD}"/>
              </a:ext>
            </a:extLst>
          </p:cNvPr>
          <p:cNvSpPr txBox="1">
            <a:spLocks/>
          </p:cNvSpPr>
          <p:nvPr userDrawn="1"/>
        </p:nvSpPr>
        <p:spPr>
          <a:xfrm>
            <a:off x="533400" y="7528411"/>
            <a:ext cx="2066757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chemeClr val="bg1"/>
                </a:solidFill>
                <a:latin typeface="Montserrat" panose="00000500000000000000" pitchFamily="2" charset="0"/>
              </a:rPr>
              <a:t>General Mills</a:t>
            </a:r>
          </a:p>
        </p:txBody>
      </p:sp>
    </p:spTree>
    <p:extLst>
      <p:ext uri="{BB962C8B-B14F-4D97-AF65-F5344CB8AC3E}">
        <p14:creationId xmlns:p14="http://schemas.microsoft.com/office/powerpoint/2010/main" val="485130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902BA-36C0-1CFD-70E1-5438798444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083" y="6279995"/>
            <a:ext cx="2057400" cy="654205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lang="en-US" sz="1000" dirty="0" smtClean="0">
                <a:solidFill>
                  <a:schemeClr val="bg1"/>
                </a:solidFill>
                <a:effectLst/>
                <a:latin typeface="Montserrat" panose="00000500000000000000" pitchFamily="2" charset="0"/>
              </a:defRPr>
            </a:lvl1pPr>
            <a:lvl2pPr>
              <a:lnSpc>
                <a:spcPts val="1400"/>
              </a:lnSpc>
              <a:defRPr lang="en-US" sz="1000" dirty="0" smtClean="0">
                <a:solidFill>
                  <a:schemeClr val="bg1"/>
                </a:solidFill>
                <a:effectLst/>
                <a:latin typeface="Montserrat" panose="00000500000000000000" pitchFamily="2" charset="0"/>
              </a:defRPr>
            </a:lvl2pPr>
            <a:lvl3pPr>
              <a:lnSpc>
                <a:spcPts val="1400"/>
              </a:lnSpc>
              <a:defRPr lang="en-US" sz="1000" dirty="0" smtClean="0">
                <a:solidFill>
                  <a:schemeClr val="bg1"/>
                </a:solidFill>
                <a:effectLst/>
                <a:latin typeface="Montserrat" panose="00000500000000000000" pitchFamily="2" charset="0"/>
              </a:defRPr>
            </a:lvl3pPr>
            <a:lvl4pPr>
              <a:lnSpc>
                <a:spcPts val="1400"/>
              </a:lnSpc>
              <a:defRPr lang="en-US" sz="1000" dirty="0" smtClean="0">
                <a:solidFill>
                  <a:schemeClr val="bg1"/>
                </a:solidFill>
                <a:effectLst/>
                <a:latin typeface="Montserrat" panose="00000500000000000000" pitchFamily="2" charset="0"/>
              </a:defRPr>
            </a:lvl4pPr>
            <a:lvl5pPr>
              <a:lnSpc>
                <a:spcPts val="1400"/>
              </a:lnSpc>
              <a:defRPr lang="en-US" sz="1000" dirty="0">
                <a:solidFill>
                  <a:schemeClr val="bg1"/>
                </a:solidFill>
                <a:effectLst/>
                <a:latin typeface="Montserrat" panose="00000500000000000000" pitchFamily="2" charset="0"/>
              </a:defRPr>
            </a:lvl5pPr>
          </a:lstStyle>
          <a:p>
            <a:pPr>
              <a:lnSpc>
                <a:spcPts val="1400"/>
              </a:lnSpc>
            </a:pPr>
            <a:r>
              <a:rPr lang="en-US" sz="1000">
                <a:solidFill>
                  <a:schemeClr val="bg1"/>
                </a:solidFill>
                <a:effectLst/>
                <a:latin typeface="Montserrat Medium" pitchFamily="2" charset="77"/>
              </a:rPr>
              <a:t>Contact Information Line 1</a:t>
            </a:r>
          </a:p>
          <a:p>
            <a:pPr>
              <a:lnSpc>
                <a:spcPts val="1400"/>
              </a:lnSpc>
            </a:pPr>
            <a:r>
              <a:rPr lang="en-US" sz="1000">
                <a:solidFill>
                  <a:schemeClr val="bg1"/>
                </a:solidFill>
                <a:effectLst/>
                <a:latin typeface="Montserrat Medium" pitchFamily="2" charset="77"/>
              </a:rPr>
              <a:t>info@GeneralMills.com</a:t>
            </a:r>
          </a:p>
          <a:p>
            <a:pPr>
              <a:lnSpc>
                <a:spcPts val="1400"/>
              </a:lnSpc>
            </a:pPr>
            <a:r>
              <a:rPr lang="en-US" sz="1000">
                <a:solidFill>
                  <a:schemeClr val="bg1"/>
                </a:solidFill>
                <a:effectLst/>
                <a:latin typeface="Montserrat Medium" pitchFamily="2" charset="77"/>
              </a:rPr>
              <a:t>123.456.7890</a:t>
            </a:r>
          </a:p>
        </p:txBody>
      </p:sp>
      <p:pic>
        <p:nvPicPr>
          <p:cNvPr id="2" name="Picture 1" descr="A white and red logo with a heart on a black background&#10;&#10;Description automatically generated">
            <a:extLst>
              <a:ext uri="{FF2B5EF4-FFF2-40B4-BE49-F238E27FC236}">
                <a16:creationId xmlns:a16="http://schemas.microsoft.com/office/drawing/2014/main" id="{8592E315-523A-3D8D-DC83-8E39983171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600" y="4114800"/>
            <a:ext cx="3657600" cy="2133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4F5092-7163-B642-9E97-EFB3AAF522D7}"/>
              </a:ext>
            </a:extLst>
          </p:cNvPr>
          <p:cNvSpPr txBox="1"/>
          <p:nvPr userDrawn="1"/>
        </p:nvSpPr>
        <p:spPr>
          <a:xfrm>
            <a:off x="2968083" y="708660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GeneralMills.com</a:t>
            </a:r>
          </a:p>
        </p:txBody>
      </p:sp>
    </p:spTree>
    <p:extLst>
      <p:ext uri="{BB962C8B-B14F-4D97-AF65-F5344CB8AC3E}">
        <p14:creationId xmlns:p14="http://schemas.microsoft.com/office/powerpoint/2010/main" val="215148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 type="obj">
  <p:cSld name="4_Title and Conten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713919" y="365761"/>
            <a:ext cx="9253040" cy="80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trike="noStrik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713918" y="1675878"/>
            <a:ext cx="13337362" cy="594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640" lvl="0" indent="-457200" algn="l">
              <a:lnSpc>
                <a:spcPct val="9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ontserrat" panose="00000500000000000000" pitchFamily="2" charset="0"/>
              </a:defRPr>
            </a:lvl1pPr>
            <a:lvl2pPr marL="1097280" lvl="1" indent="-426720" algn="l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645920" lvl="2" indent="-41148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marL="2194560" lvl="3" indent="-39624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743200" lvl="4" indent="-39624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3291840" lvl="5" indent="-41148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9" name="Google Shape;19;p5"/>
          <p:cNvGrpSpPr/>
          <p:nvPr/>
        </p:nvGrpSpPr>
        <p:grpSpPr>
          <a:xfrm>
            <a:off x="0" y="-19814"/>
            <a:ext cx="14630400" cy="1529080"/>
            <a:chOff x="-3403220" y="-16513"/>
            <a:chExt cx="15584488" cy="1630230"/>
          </a:xfrm>
        </p:grpSpPr>
        <p:sp>
          <p:nvSpPr>
            <p:cNvPr id="20" name="Google Shape;20;p5"/>
            <p:cNvSpPr/>
            <p:nvPr/>
          </p:nvSpPr>
          <p:spPr>
            <a:xfrm>
              <a:off x="-3403220" y="-15958"/>
              <a:ext cx="15584488" cy="1629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2" name="Google Shape;22;p5"/>
            <p:cNvPicPr preferRelativeResize="0"/>
            <p:nvPr/>
          </p:nvPicPr>
          <p:blipFill rotWithShape="1">
            <a:blip r:embed="rId2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471" y="-16513"/>
              <a:ext cx="1720797" cy="163023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8356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4C7A-2124-0B42-B0D4-FF32BB193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28411"/>
            <a:ext cx="299724" cy="1384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>
              <a:defRPr lang="en-US" sz="900" b="0" i="0" spc="-50" smtClean="0">
                <a:solidFill>
                  <a:srgbClr val="0054A6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‹#›</a:t>
            </a:fld>
            <a:endParaRPr lang="en-US"/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8C927A16-F1E7-278C-3E08-A345889BDF70}"/>
              </a:ext>
            </a:extLst>
          </p:cNvPr>
          <p:cNvGrpSpPr/>
          <p:nvPr userDrawn="1"/>
        </p:nvGrpSpPr>
        <p:grpSpPr>
          <a:xfrm>
            <a:off x="533400" y="7332535"/>
            <a:ext cx="12949555" cy="433516"/>
            <a:chOff x="528955" y="7342630"/>
            <a:chExt cx="12949555" cy="433516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47DBB672-A423-AC8B-6792-BB9B9C3B4011}"/>
                </a:ext>
              </a:extLst>
            </p:cNvPr>
            <p:cNvSpPr/>
            <p:nvPr/>
          </p:nvSpPr>
          <p:spPr>
            <a:xfrm>
              <a:off x="12999972" y="7395146"/>
              <a:ext cx="45719" cy="381000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086"/>
                  </a:lnTo>
                </a:path>
              </a:pathLst>
            </a:custGeom>
            <a:ln w="12699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A7FB67D4-6F62-87FB-DCF3-1D135E9E18D9}"/>
                </a:ext>
              </a:extLst>
            </p:cNvPr>
            <p:cNvSpPr/>
            <p:nvPr/>
          </p:nvSpPr>
          <p:spPr>
            <a:xfrm flipV="1">
              <a:off x="528955" y="7342630"/>
              <a:ext cx="12949555" cy="45719"/>
            </a:xfrm>
            <a:custGeom>
              <a:avLst/>
              <a:gdLst/>
              <a:ahLst/>
              <a:cxnLst/>
              <a:rect l="l" t="t" r="r" b="b"/>
              <a:pathLst>
                <a:path w="12335510">
                  <a:moveTo>
                    <a:pt x="0" y="0"/>
                  </a:moveTo>
                  <a:lnTo>
                    <a:pt x="12335256" y="0"/>
                  </a:lnTo>
                </a:path>
              </a:pathLst>
            </a:custGeom>
            <a:ln w="12700">
              <a:solidFill>
                <a:srgbClr val="008FC6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A4A8E"/>
                </a:solidFill>
              </a:endParaRPr>
            </a:p>
          </p:txBody>
        </p:sp>
      </p:grpSp>
      <p:pic>
        <p:nvPicPr>
          <p:cNvPr id="5" name="Picture 4" descr="A blue and red heart with a black background&#10;&#10;Description automatically generated">
            <a:extLst>
              <a:ext uri="{FF2B5EF4-FFF2-40B4-BE49-F238E27FC236}">
                <a16:creationId xmlns:a16="http://schemas.microsoft.com/office/drawing/2014/main" id="{E868589F-3892-9A8D-2032-D879DBD43C4C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65200" y="7094521"/>
            <a:ext cx="431800" cy="596900"/>
          </a:xfrm>
          <a:prstGeom prst="rect">
            <a:avLst/>
          </a:prstGeom>
        </p:spPr>
      </p:pic>
      <p:sp>
        <p:nvSpPr>
          <p:cNvPr id="4" name="object 14">
            <a:extLst>
              <a:ext uri="{FF2B5EF4-FFF2-40B4-BE49-F238E27FC236}">
                <a16:creationId xmlns:a16="http://schemas.microsoft.com/office/drawing/2014/main" id="{7296DFF8-4963-AD5F-360B-05B40CBB9578}"/>
              </a:ext>
            </a:extLst>
          </p:cNvPr>
          <p:cNvSpPr txBox="1">
            <a:spLocks/>
          </p:cNvSpPr>
          <p:nvPr userDrawn="1"/>
        </p:nvSpPr>
        <p:spPr>
          <a:xfrm>
            <a:off x="533400" y="7528411"/>
            <a:ext cx="2066757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kern="0"/>
            </a:defPPr>
          </a:lstStyle>
          <a:p>
            <a:pPr marL="12700" algn="l">
              <a:spcBef>
                <a:spcPts val="180"/>
              </a:spcBef>
            </a:pPr>
            <a:r>
              <a:rPr lang="en-US" sz="1000" b="1" i="0" spc="-25">
                <a:solidFill>
                  <a:srgbClr val="0054A6"/>
                </a:solidFill>
                <a:latin typeface="Montserrat" panose="00000500000000000000" pitchFamily="2" charset="0"/>
              </a:rPr>
              <a:t>General Mills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CB8CA-0AED-287E-291E-574A322F5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28411"/>
            <a:ext cx="49371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US" sz="1000" b="1" i="0" spc="-25">
                <a:solidFill>
                  <a:srgbClr val="0054A6"/>
                </a:solidFill>
                <a:latin typeface="Montserrat" panose="00000500000000000000" pitchFamily="2" charset="0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0683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1" r:id="rId2"/>
    <p:sldLayoutId id="2147483696" r:id="rId3"/>
    <p:sldLayoutId id="2147483694" r:id="rId4"/>
    <p:sldLayoutId id="2147483718" r:id="rId5"/>
    <p:sldLayoutId id="2147483719" r:id="rId6"/>
    <p:sldLayoutId id="2147483730" r:id="rId7"/>
    <p:sldLayoutId id="2147483720" r:id="rId8"/>
    <p:sldLayoutId id="2147483721" r:id="rId9"/>
    <p:sldLayoutId id="2147483722" r:id="rId10"/>
    <p:sldLayoutId id="2147483732" r:id="rId11"/>
    <p:sldLayoutId id="2147483726" r:id="rId12"/>
    <p:sldLayoutId id="2147483723" r:id="rId13"/>
    <p:sldLayoutId id="2147483724" r:id="rId14"/>
    <p:sldLayoutId id="2147483729" r:id="rId15"/>
    <p:sldLayoutId id="2147483725" r:id="rId16"/>
    <p:sldLayoutId id="2147483698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eaLnBrk="1" hangingPunct="1">
        <a:defRPr>
          <a:latin typeface="Montserrat" pitchFamily="2" charset="77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0" y="7936986"/>
            <a:ext cx="14630400" cy="313932"/>
          </a:xfrm>
          <a:custGeom>
            <a:avLst/>
            <a:gdLst/>
            <a:ahLst/>
            <a:cxnLst/>
            <a:rect l="l" t="t" r="r" b="b"/>
            <a:pathLst>
              <a:path w="10058400" h="188595" extrusionOk="0">
                <a:moveTo>
                  <a:pt x="0" y="188417"/>
                </a:moveTo>
                <a:lnTo>
                  <a:pt x="0" y="0"/>
                </a:lnTo>
                <a:lnTo>
                  <a:pt x="10058400" y="0"/>
                </a:lnTo>
                <a:lnTo>
                  <a:pt x="10058400" y="188417"/>
                </a:lnTo>
                <a:lnTo>
                  <a:pt x="0" y="1884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6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oogle Shape;19;p5">
            <a:extLst>
              <a:ext uri="{FF2B5EF4-FFF2-40B4-BE49-F238E27FC236}">
                <a16:creationId xmlns:a16="http://schemas.microsoft.com/office/drawing/2014/main" id="{D758A52F-4672-7708-6640-44EDC709EF4A}"/>
              </a:ext>
            </a:extLst>
          </p:cNvPr>
          <p:cNvGrpSpPr/>
          <p:nvPr userDrawn="1"/>
        </p:nvGrpSpPr>
        <p:grpSpPr>
          <a:xfrm>
            <a:off x="0" y="-19814"/>
            <a:ext cx="14630400" cy="1529080"/>
            <a:chOff x="-3403220" y="-16513"/>
            <a:chExt cx="15584488" cy="1630230"/>
          </a:xfrm>
        </p:grpSpPr>
        <p:sp>
          <p:nvSpPr>
            <p:cNvPr id="3" name="Google Shape;20;p5">
              <a:extLst>
                <a:ext uri="{FF2B5EF4-FFF2-40B4-BE49-F238E27FC236}">
                  <a16:creationId xmlns:a16="http://schemas.microsoft.com/office/drawing/2014/main" id="{0FC0B0D5-69FD-3E94-F02B-7D8CBAA137AF}"/>
                </a:ext>
              </a:extLst>
            </p:cNvPr>
            <p:cNvSpPr/>
            <p:nvPr/>
          </p:nvSpPr>
          <p:spPr>
            <a:xfrm>
              <a:off x="-3403220" y="-15958"/>
              <a:ext cx="15584488" cy="1629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" name="Google Shape;22;p5">
              <a:extLst>
                <a:ext uri="{FF2B5EF4-FFF2-40B4-BE49-F238E27FC236}">
                  <a16:creationId xmlns:a16="http://schemas.microsoft.com/office/drawing/2014/main" id="{BA298F80-1D89-A871-5DCA-39629BB44AF8}"/>
                </a:ext>
              </a:extLst>
            </p:cNvPr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471" y="-16513"/>
              <a:ext cx="1720797" cy="163023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005862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5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jpe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jpe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5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9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689A-8EBB-0E1A-9BDD-7E9B082A6C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3124199"/>
            <a:ext cx="6553200" cy="2322247"/>
          </a:xfrm>
        </p:spPr>
        <p:txBody>
          <a:bodyPr/>
          <a:lstStyle/>
          <a:p>
            <a:r>
              <a:rPr lang="en-US"/>
              <a:t>Flour Frontier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FE28A-EB0C-5F34-FC8D-2310341D8B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000" y="5539313"/>
            <a:ext cx="6553200" cy="1981200"/>
          </a:xfrm>
        </p:spPr>
        <p:txBody>
          <a:bodyPr/>
          <a:lstStyle/>
          <a:p>
            <a:r>
              <a:rPr lang="en-US"/>
              <a:t>Identifying the largest markets for flour growth</a:t>
            </a:r>
          </a:p>
          <a:p>
            <a:endParaRPr lang="en-US"/>
          </a:p>
          <a:p>
            <a:r>
              <a:rPr lang="en-US"/>
              <a:t>Jake Gilstein </a:t>
            </a:r>
            <a:r>
              <a:rPr lang="en-US" kern="1200">
                <a:solidFill>
                  <a:prstClr val="white"/>
                </a:solidFill>
                <a:latin typeface="Times New Roman" panose="02020603050405020304" pitchFamily="18" charset="0"/>
                <a:ea typeface="Carlito" pitchFamily="34" charset="-122"/>
                <a:cs typeface="Times New Roman" panose="02020603050405020304" pitchFamily="18" charset="0"/>
              </a:rPr>
              <a:t>· </a:t>
            </a:r>
            <a:r>
              <a:rPr lang="en-US"/>
              <a:t>NAF Sales </a:t>
            </a:r>
            <a:r>
              <a:rPr lang="en-US" kern="1200">
                <a:solidFill>
                  <a:prstClr val="white"/>
                </a:solidFill>
                <a:latin typeface="Times New Roman" panose="02020603050405020304" pitchFamily="18" charset="0"/>
                <a:ea typeface="Carlito" pitchFamily="34" charset="-122"/>
                <a:cs typeface="Times New Roman" panose="02020603050405020304" pitchFamily="18" charset="0"/>
              </a:rPr>
              <a:t>·</a:t>
            </a:r>
            <a:r>
              <a:rPr lang="en-US"/>
              <a:t> FSI</a:t>
            </a:r>
          </a:p>
        </p:txBody>
      </p:sp>
    </p:spTree>
    <p:extLst>
      <p:ext uri="{BB962C8B-B14F-4D97-AF65-F5344CB8AC3E}">
        <p14:creationId xmlns:p14="http://schemas.microsoft.com/office/powerpoint/2010/main" val="2804950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A02E99-950D-A5BA-AA1E-0AF26699FC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1200" y="1762467"/>
            <a:ext cx="4191000" cy="2752037"/>
          </a:xfrm>
          <a:prstGeom prst="rect">
            <a:avLst/>
          </a:prstGeom>
        </p:spPr>
      </p:pic>
      <p:sp>
        <p:nvSpPr>
          <p:cNvPr id="225" name="Google Shape;225;p2"/>
          <p:cNvSpPr txBox="1">
            <a:spLocks noGrp="1"/>
          </p:cNvSpPr>
          <p:nvPr>
            <p:ph type="title"/>
          </p:nvPr>
        </p:nvSpPr>
        <p:spPr>
          <a:xfrm>
            <a:off x="174042" y="464090"/>
            <a:ext cx="9253040" cy="80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SzPts val="4000"/>
            </a:pPr>
            <a:r>
              <a:rPr lang="en-US" sz="5280">
                <a:latin typeface="Montserrat" panose="00000500000000000000" pitchFamily="2" charset="0"/>
              </a:rPr>
              <a:t>Jake Gilstein</a:t>
            </a:r>
            <a:endParaRPr>
              <a:latin typeface="Montserrat" panose="00000500000000000000" pitchFamily="2" charset="0"/>
            </a:endParaRPr>
          </a:p>
        </p:txBody>
      </p:sp>
      <p:sp>
        <p:nvSpPr>
          <p:cNvPr id="227" name="Google Shape;227;p2"/>
          <p:cNvSpPr txBox="1"/>
          <p:nvPr/>
        </p:nvSpPr>
        <p:spPr>
          <a:xfrm>
            <a:off x="171636" y="1602932"/>
            <a:ext cx="4367429" cy="441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algn="l" defTabSz="1097280" rtl="0">
              <a:lnSpc>
                <a:spcPct val="120000"/>
              </a:lnSpc>
              <a:buClr>
                <a:srgbClr val="0054A6"/>
              </a:buClr>
              <a:buSzPts val="1600"/>
            </a:pPr>
            <a:r>
              <a:rPr lang="en-US" sz="2000" b="1">
                <a:solidFill>
                  <a:srgbClr val="0054A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Internship Info:</a:t>
            </a: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indent="-342900" algn="l" defTabSz="1097280" rtl="0">
              <a:lnSpc>
                <a:spcPct val="12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NAF Sales, FSI</a:t>
            </a:r>
          </a:p>
          <a:p>
            <a:pPr algn="l" defTabSz="1097280" rtl="0">
              <a:lnSpc>
                <a:spcPct val="120000"/>
              </a:lnSpc>
              <a:buClr>
                <a:srgbClr val="0054A6"/>
              </a:buClr>
              <a:buSzPts val="1600"/>
            </a:pPr>
            <a:r>
              <a:rPr lang="en-US" sz="2000" b="1">
                <a:solidFill>
                  <a:srgbClr val="0054A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Education:</a:t>
            </a: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indent="-342900" algn="l" defTabSz="1097280" rtl="0">
              <a:lnSpc>
                <a:spcPct val="12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University of South Florida - Fall ‘26</a:t>
            </a:r>
          </a:p>
          <a:p>
            <a:pPr marL="342900" indent="-342900" algn="l" defTabSz="1097280" rtl="0">
              <a:lnSpc>
                <a:spcPct val="12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B.S. in Business Management &amp; Minor in Marketing</a:t>
            </a:r>
          </a:p>
          <a:p>
            <a:pPr algn="l" defTabSz="1097280" rtl="0">
              <a:lnSpc>
                <a:spcPct val="120000"/>
              </a:lnSpc>
              <a:buClr>
                <a:srgbClr val="0054A6"/>
              </a:buClr>
              <a:buSzPts val="1600"/>
            </a:pPr>
            <a:r>
              <a:rPr lang="en-US" sz="2000" b="1">
                <a:solidFill>
                  <a:srgbClr val="0054A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Hometown:</a:t>
            </a:r>
          </a:p>
          <a:p>
            <a:pPr marL="342900" indent="-342900" algn="l" defTabSz="1097280" rtl="0">
              <a:lnSpc>
                <a:spcPct val="12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From Park Slope, Brooklyn, NY &amp; Philadelphia, PA</a:t>
            </a:r>
          </a:p>
          <a:p>
            <a:pPr marL="342900" indent="-342900" algn="l" defTabSz="1097280" rtl="0">
              <a:lnSpc>
                <a:spcPct val="12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Live in St. Augustine, FL</a:t>
            </a:r>
          </a:p>
          <a:p>
            <a:pPr algn="l" defTabSz="1097280" rtl="0">
              <a:lnSpc>
                <a:spcPct val="120000"/>
              </a:lnSpc>
              <a:buClr>
                <a:srgbClr val="797979"/>
              </a:buClr>
              <a:buSzPts val="1600"/>
            </a:pPr>
            <a:endParaRPr sz="1740">
              <a:solidFill>
                <a:srgbClr val="000000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l" defTabSz="1097280" rtl="0">
              <a:lnSpc>
                <a:spcPct val="120000"/>
              </a:lnSpc>
              <a:buClr>
                <a:srgbClr val="797979"/>
              </a:buClr>
              <a:buSzPts val="1600"/>
            </a:pPr>
            <a:endParaRPr sz="1740">
              <a:solidFill>
                <a:srgbClr val="000000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58993E-5DF1-9C88-4CBC-8CDD0980C4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7697" y="5044984"/>
            <a:ext cx="2022455" cy="2757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D5C1D2-8715-47A8-8B0B-850CC8AF756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85922" y="5044984"/>
            <a:ext cx="1979011" cy="27538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8CD68-DCF1-413F-4D17-1ED3C15FE644}"/>
              </a:ext>
            </a:extLst>
          </p:cNvPr>
          <p:cNvSpPr txBox="1"/>
          <p:nvPr/>
        </p:nvSpPr>
        <p:spPr>
          <a:xfrm>
            <a:off x="5785922" y="4681419"/>
            <a:ext cx="73449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 rtl="0">
              <a:buClr>
                <a:srgbClr val="000000"/>
              </a:buClr>
            </a:pPr>
            <a:r>
              <a:rPr lang="en-US" sz="168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Sonny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AC7A7-5D57-82FE-DB15-59B4B2BF7E86}"/>
              </a:ext>
            </a:extLst>
          </p:cNvPr>
          <p:cNvSpPr txBox="1"/>
          <p:nvPr/>
        </p:nvSpPr>
        <p:spPr>
          <a:xfrm>
            <a:off x="7144474" y="4680281"/>
            <a:ext cx="603050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 rtl="0">
              <a:buClr>
                <a:srgbClr val="000000"/>
              </a:buClr>
            </a:pPr>
            <a:r>
              <a:rPr lang="en-US" sz="168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Milo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2000B-E895-6307-C9BE-42049FA4E870}"/>
              </a:ext>
            </a:extLst>
          </p:cNvPr>
          <p:cNvSpPr txBox="1"/>
          <p:nvPr/>
        </p:nvSpPr>
        <p:spPr>
          <a:xfrm>
            <a:off x="9065074" y="4677215"/>
            <a:ext cx="506870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 rtl="0">
              <a:buClr>
                <a:srgbClr val="000000"/>
              </a:buClr>
            </a:pPr>
            <a:r>
              <a:rPr lang="en-US" sz="168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Kol</a:t>
            </a:r>
          </a:p>
        </p:txBody>
      </p:sp>
      <p:sp>
        <p:nvSpPr>
          <p:cNvPr id="228" name="Google Shape;228;p2"/>
          <p:cNvSpPr txBox="1"/>
          <p:nvPr/>
        </p:nvSpPr>
        <p:spPr>
          <a:xfrm>
            <a:off x="10816459" y="4680281"/>
            <a:ext cx="3733781" cy="40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algn="ctr" defTabSz="1097280" rtl="0">
              <a:buClr>
                <a:srgbClr val="000000"/>
              </a:buClr>
            </a:pPr>
            <a:r>
              <a:rPr lang="en-US" sz="1920" b="1">
                <a:solidFill>
                  <a:srgbClr val="0054A6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FAVORITE GMI PRODUCTS:</a:t>
            </a:r>
          </a:p>
        </p:txBody>
      </p:sp>
      <p:pic>
        <p:nvPicPr>
          <p:cNvPr id="21" name="Picture 4" descr="GHOST® PROTEIN CEREAL PEANUT BUTTER">
            <a:extLst>
              <a:ext uri="{FF2B5EF4-FFF2-40B4-BE49-F238E27FC236}">
                <a16:creationId xmlns:a16="http://schemas.microsoft.com/office/drawing/2014/main" id="{BA956F66-C0AD-8134-D652-E09CAF41B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77186" y="5086498"/>
            <a:ext cx="1812058" cy="278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ture Valley Protein Oats and Honey Granola, 28 oz.">
            <a:extLst>
              <a:ext uri="{FF2B5EF4-FFF2-40B4-BE49-F238E27FC236}">
                <a16:creationId xmlns:a16="http://schemas.microsoft.com/office/drawing/2014/main" id="{DB060100-8FEF-FCD4-F4F1-3224B4C289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16459" y="5086498"/>
            <a:ext cx="1732358" cy="282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A4B4D53F-0C0A-48B7-98AC-E770867A0F70" descr="IMG_4739.JPG">
            <a:extLst>
              <a:ext uri="{FF2B5EF4-FFF2-40B4-BE49-F238E27FC236}">
                <a16:creationId xmlns:a16="http://schemas.microsoft.com/office/drawing/2014/main" id="{E7ECD216-241C-DD0C-83A2-B57600D8A0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0510" y="2091707"/>
            <a:ext cx="4358254" cy="219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New York Knicks Logo PNG Transparent &amp; SVG Vector - Freebie ...">
            <a:extLst>
              <a:ext uri="{FF2B5EF4-FFF2-40B4-BE49-F238E27FC236}">
                <a16:creationId xmlns:a16="http://schemas.microsoft.com/office/drawing/2014/main" id="{1C67C887-1C78-58F2-31A9-BE39FC004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746" y="5457757"/>
            <a:ext cx="1651746" cy="123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758DD-BE47-7B62-7A3A-FDE025CEA0D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490" y="6863031"/>
            <a:ext cx="1135318" cy="882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3A8F8D-170C-04C2-FEC8-F6446761D79C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9115" y="6109111"/>
            <a:ext cx="1371413" cy="1097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9F425-7B17-1C1F-89F5-93E9CD8CCD40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0126" y="6766236"/>
            <a:ext cx="1135318" cy="10759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EACD8F-8B40-4303-E61D-CA4D48629A87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0126" y="5457757"/>
            <a:ext cx="1135319" cy="11353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1D0F83-2B12-DEEC-F7A0-B6FA392E2FDE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4926" y="1692626"/>
            <a:ext cx="3965327" cy="61900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1DDA0C-61E8-F3C7-24D5-33B65D381E33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0566" y="1692626"/>
            <a:ext cx="4664056" cy="6114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AA7999-B459-D0AA-D675-86E403ED77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02466" y="2151772"/>
            <a:ext cx="9384734" cy="1330589"/>
          </a:xfrm>
        </p:spPr>
        <p:txBody>
          <a:bodyPr/>
          <a:lstStyle/>
          <a:p>
            <a:r>
              <a:rPr lang="en-US"/>
              <a:t>Background: Flour faces declining demand and excess industry capacity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EB524A-1D28-C715-FF54-5CE1A19512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2466" y="3852678"/>
            <a:ext cx="8224077" cy="1330589"/>
          </a:xfrm>
        </p:spPr>
        <p:txBody>
          <a:bodyPr/>
          <a:lstStyle/>
          <a:p>
            <a:r>
              <a:rPr lang="en-US"/>
              <a:t>Ask: Identify the geographical pockets and growth for flour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8E97F3-CB1A-71F7-E5CB-806B42FF4C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2466" y="5490222"/>
            <a:ext cx="9130734" cy="1330589"/>
          </a:xfrm>
        </p:spPr>
        <p:txBody>
          <a:bodyPr/>
          <a:lstStyle/>
          <a:p>
            <a:r>
              <a:rPr lang="en-US"/>
              <a:t>Deliverable: A map ranked by metro using data to accelerate flour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0DCC7-9B8A-4A0B-FC04-E985A2ED8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DCC08D2-F0D9-8D85-9C9B-7C73311B6F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1125200" cy="954901"/>
          </a:xfrm>
        </p:spPr>
        <p:txBody>
          <a:bodyPr/>
          <a:lstStyle/>
          <a:p>
            <a:r>
              <a:rPr lang="en-US"/>
              <a:t>The Landscape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491F0B-4E18-7100-DA87-A4FCD8B21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06000" y="7537532"/>
            <a:ext cx="2916171" cy="153889"/>
          </a:xfrm>
        </p:spPr>
        <p:txBody>
          <a:bodyPr/>
          <a:lstStyle/>
          <a:p>
            <a:r>
              <a:rPr lang="en-US">
                <a:solidFill>
                  <a:srgbClr val="FFFFFF"/>
                </a:solidFill>
                <a:latin typeface="Times New Roman"/>
              </a:rPr>
              <a:t>Flour Frontier  ·  Jake Gilstein</a:t>
            </a:r>
          </a:p>
        </p:txBody>
      </p:sp>
    </p:spTree>
    <p:extLst>
      <p:ext uri="{BB962C8B-B14F-4D97-AF65-F5344CB8AC3E}">
        <p14:creationId xmlns:p14="http://schemas.microsoft.com/office/powerpoint/2010/main" val="51053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E1551DA5-C9FE-E3DA-A135-BC73AD3A5643}"/>
              </a:ext>
            </a:extLst>
          </p:cNvPr>
          <p:cNvSpPr/>
          <p:nvPr/>
        </p:nvSpPr>
        <p:spPr>
          <a:xfrm>
            <a:off x="8292482" y="5150478"/>
            <a:ext cx="3441880" cy="601764"/>
          </a:xfrm>
          <a:prstGeom prst="roundRect">
            <a:avLst/>
          </a:prstGeom>
          <a:solidFill>
            <a:srgbClr val="6BB7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>
                <a:solidFill>
                  <a:srgbClr val="FFFFFF"/>
                </a:solidFill>
                <a:latin typeface="Segoe UI"/>
              </a:rPr>
              <a:t>Cost-to-serve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– 10%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0822B91-C408-E8CB-E859-D112422723F3}"/>
              </a:ext>
            </a:extLst>
          </p:cNvPr>
          <p:cNvSpPr/>
          <p:nvPr/>
        </p:nvSpPr>
        <p:spPr>
          <a:xfrm>
            <a:off x="508000" y="5150478"/>
            <a:ext cx="3441880" cy="60766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>
                <a:solidFill>
                  <a:srgbClr val="FFFFFF"/>
                </a:solidFill>
                <a:latin typeface="Segoe UI"/>
              </a:rPr>
              <a:t>HQ Inflow – 10%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DEB92-7DD1-D2D9-C9B4-7ED99BB985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1125200" cy="954901"/>
          </a:xfrm>
        </p:spPr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775EB-4DC9-BFA8-8A84-20F1EB8C0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37533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E3434-985B-C8C8-BBC4-E3C2CB37F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</p:spPr>
        <p:txBody>
          <a:bodyPr/>
          <a:lstStyle/>
          <a:p>
            <a:r>
              <a:rPr lang="en-US">
                <a:latin typeface="Times New Roman"/>
              </a:rPr>
              <a:t>Flour Frontier  ·  Jake Gilstein</a:t>
            </a:r>
          </a:p>
        </p:txBody>
      </p:sp>
      <p:grpSp>
        <p:nvGrpSpPr>
          <p:cNvPr id="11" name="Graphic 14">
            <a:extLst>
              <a:ext uri="{FF2B5EF4-FFF2-40B4-BE49-F238E27FC236}">
                <a16:creationId xmlns:a16="http://schemas.microsoft.com/office/drawing/2014/main" id="{8B1364AA-97C2-A0B6-124B-EA5224D2CB53}"/>
              </a:ext>
            </a:extLst>
          </p:cNvPr>
          <p:cNvGrpSpPr/>
          <p:nvPr/>
        </p:nvGrpSpPr>
        <p:grpSpPr>
          <a:xfrm>
            <a:off x="5303022" y="1658794"/>
            <a:ext cx="1561525" cy="605770"/>
            <a:chOff x="4520509" y="7751957"/>
            <a:chExt cx="1754236" cy="694510"/>
          </a:xfrm>
          <a:solidFill>
            <a:srgbClr val="FFFFFF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42A89AC-C004-07E2-8303-A9BF3ABE598C}"/>
                </a:ext>
              </a:extLst>
            </p:cNvPr>
            <p:cNvSpPr/>
            <p:nvPr/>
          </p:nvSpPr>
          <p:spPr>
            <a:xfrm>
              <a:off x="5251878" y="7976101"/>
              <a:ext cx="1022867" cy="320575"/>
            </a:xfrm>
            <a:custGeom>
              <a:avLst/>
              <a:gdLst>
                <a:gd name="connsiteX0" fmla="*/ 0 w 1022867"/>
                <a:gd name="connsiteY0" fmla="*/ 1388 h 320575"/>
                <a:gd name="connsiteX1" fmla="*/ 42952 w 1022867"/>
                <a:gd name="connsiteY1" fmla="*/ 1388 h 320575"/>
                <a:gd name="connsiteX2" fmla="*/ 70763 w 1022867"/>
                <a:gd name="connsiteY2" fmla="*/ 11010 h 320575"/>
                <a:gd name="connsiteX3" fmla="*/ 78756 w 1022867"/>
                <a:gd name="connsiteY3" fmla="*/ 31792 h 320575"/>
                <a:gd name="connsiteX4" fmla="*/ 78756 w 1022867"/>
                <a:gd name="connsiteY4" fmla="*/ 32064 h 320575"/>
                <a:gd name="connsiteX5" fmla="*/ 55893 w 1022867"/>
                <a:gd name="connsiteY5" fmla="*/ 61262 h 320575"/>
                <a:gd name="connsiteX6" fmla="*/ 81924 w 1022867"/>
                <a:gd name="connsiteY6" fmla="*/ 97759 h 320575"/>
                <a:gd name="connsiteX7" fmla="*/ 61835 w 1022867"/>
                <a:gd name="connsiteY7" fmla="*/ 97759 h 320575"/>
                <a:gd name="connsiteX8" fmla="*/ 38157 w 1022867"/>
                <a:gd name="connsiteY8" fmla="*/ 64157 h 320575"/>
                <a:gd name="connsiteX9" fmla="*/ 16952 w 1022867"/>
                <a:gd name="connsiteY9" fmla="*/ 64157 h 320575"/>
                <a:gd name="connsiteX10" fmla="*/ 16952 w 1022867"/>
                <a:gd name="connsiteY10" fmla="*/ 97759 h 320575"/>
                <a:gd name="connsiteX11" fmla="*/ 30 w 1022867"/>
                <a:gd name="connsiteY11" fmla="*/ 97759 h 320575"/>
                <a:gd name="connsiteX12" fmla="*/ 30 w 1022867"/>
                <a:gd name="connsiteY12" fmla="*/ 1388 h 320575"/>
                <a:gd name="connsiteX13" fmla="*/ 41716 w 1022867"/>
                <a:gd name="connsiteY13" fmla="*/ 49166 h 320575"/>
                <a:gd name="connsiteX14" fmla="*/ 61533 w 1022867"/>
                <a:gd name="connsiteY14" fmla="*/ 33059 h 320575"/>
                <a:gd name="connsiteX15" fmla="*/ 61533 w 1022867"/>
                <a:gd name="connsiteY15" fmla="*/ 32788 h 320575"/>
                <a:gd name="connsiteX16" fmla="*/ 41565 w 1022867"/>
                <a:gd name="connsiteY16" fmla="*/ 16801 h 320575"/>
                <a:gd name="connsiteX17" fmla="*/ 16922 w 1022867"/>
                <a:gd name="connsiteY17" fmla="*/ 16801 h 320575"/>
                <a:gd name="connsiteX18" fmla="*/ 16922 w 1022867"/>
                <a:gd name="connsiteY18" fmla="*/ 49166 h 320575"/>
                <a:gd name="connsiteX19" fmla="*/ 41716 w 1022867"/>
                <a:gd name="connsiteY19" fmla="*/ 49166 h 320575"/>
                <a:gd name="connsiteX20" fmla="*/ 113233 w 1022867"/>
                <a:gd name="connsiteY20" fmla="*/ 1388 h 320575"/>
                <a:gd name="connsiteX21" fmla="*/ 184690 w 1022867"/>
                <a:gd name="connsiteY21" fmla="*/ 1388 h 320575"/>
                <a:gd name="connsiteX22" fmla="*/ 184690 w 1022867"/>
                <a:gd name="connsiteY22" fmla="*/ 16529 h 320575"/>
                <a:gd name="connsiteX23" fmla="*/ 130155 w 1022867"/>
                <a:gd name="connsiteY23" fmla="*/ 16529 h 320575"/>
                <a:gd name="connsiteX24" fmla="*/ 130155 w 1022867"/>
                <a:gd name="connsiteY24" fmla="*/ 41595 h 320575"/>
                <a:gd name="connsiteX25" fmla="*/ 178476 w 1022867"/>
                <a:gd name="connsiteY25" fmla="*/ 41595 h 320575"/>
                <a:gd name="connsiteX26" fmla="*/ 178476 w 1022867"/>
                <a:gd name="connsiteY26" fmla="*/ 56737 h 320575"/>
                <a:gd name="connsiteX27" fmla="*/ 130155 w 1022867"/>
                <a:gd name="connsiteY27" fmla="*/ 56737 h 320575"/>
                <a:gd name="connsiteX28" fmla="*/ 130155 w 1022867"/>
                <a:gd name="connsiteY28" fmla="*/ 82617 h 320575"/>
                <a:gd name="connsiteX29" fmla="*/ 185383 w 1022867"/>
                <a:gd name="connsiteY29" fmla="*/ 82617 h 320575"/>
                <a:gd name="connsiteX30" fmla="*/ 185383 w 1022867"/>
                <a:gd name="connsiteY30" fmla="*/ 97759 h 320575"/>
                <a:gd name="connsiteX31" fmla="*/ 113233 w 1022867"/>
                <a:gd name="connsiteY31" fmla="*/ 97759 h 320575"/>
                <a:gd name="connsiteX32" fmla="*/ 113233 w 1022867"/>
                <a:gd name="connsiteY32" fmla="*/ 1388 h 320575"/>
                <a:gd name="connsiteX33" fmla="*/ 219196 w 1022867"/>
                <a:gd name="connsiteY33" fmla="*/ 1388 h 320575"/>
                <a:gd name="connsiteX34" fmla="*/ 236118 w 1022867"/>
                <a:gd name="connsiteY34" fmla="*/ 1388 h 320575"/>
                <a:gd name="connsiteX35" fmla="*/ 236118 w 1022867"/>
                <a:gd name="connsiteY35" fmla="*/ 82346 h 320575"/>
                <a:gd name="connsiteX36" fmla="*/ 286792 w 1022867"/>
                <a:gd name="connsiteY36" fmla="*/ 82346 h 320575"/>
                <a:gd name="connsiteX37" fmla="*/ 286792 w 1022867"/>
                <a:gd name="connsiteY37" fmla="*/ 97789 h 320575"/>
                <a:gd name="connsiteX38" fmla="*/ 219196 w 1022867"/>
                <a:gd name="connsiteY38" fmla="*/ 97789 h 320575"/>
                <a:gd name="connsiteX39" fmla="*/ 219196 w 1022867"/>
                <a:gd name="connsiteY39" fmla="*/ 1388 h 320575"/>
                <a:gd name="connsiteX40" fmla="*/ 318102 w 1022867"/>
                <a:gd name="connsiteY40" fmla="*/ 1388 h 320575"/>
                <a:gd name="connsiteX41" fmla="*/ 389559 w 1022867"/>
                <a:gd name="connsiteY41" fmla="*/ 1388 h 320575"/>
                <a:gd name="connsiteX42" fmla="*/ 389559 w 1022867"/>
                <a:gd name="connsiteY42" fmla="*/ 16529 h 320575"/>
                <a:gd name="connsiteX43" fmla="*/ 335023 w 1022867"/>
                <a:gd name="connsiteY43" fmla="*/ 16529 h 320575"/>
                <a:gd name="connsiteX44" fmla="*/ 335023 w 1022867"/>
                <a:gd name="connsiteY44" fmla="*/ 41595 h 320575"/>
                <a:gd name="connsiteX45" fmla="*/ 383345 w 1022867"/>
                <a:gd name="connsiteY45" fmla="*/ 41595 h 320575"/>
                <a:gd name="connsiteX46" fmla="*/ 383345 w 1022867"/>
                <a:gd name="connsiteY46" fmla="*/ 56737 h 320575"/>
                <a:gd name="connsiteX47" fmla="*/ 335023 w 1022867"/>
                <a:gd name="connsiteY47" fmla="*/ 56737 h 320575"/>
                <a:gd name="connsiteX48" fmla="*/ 335023 w 1022867"/>
                <a:gd name="connsiteY48" fmla="*/ 82617 h 320575"/>
                <a:gd name="connsiteX49" fmla="*/ 390253 w 1022867"/>
                <a:gd name="connsiteY49" fmla="*/ 82617 h 320575"/>
                <a:gd name="connsiteX50" fmla="*/ 390253 w 1022867"/>
                <a:gd name="connsiteY50" fmla="*/ 97759 h 320575"/>
                <a:gd name="connsiteX51" fmla="*/ 318102 w 1022867"/>
                <a:gd name="connsiteY51" fmla="*/ 97759 h 320575"/>
                <a:gd name="connsiteX52" fmla="*/ 318102 w 1022867"/>
                <a:gd name="connsiteY52" fmla="*/ 1388 h 320575"/>
                <a:gd name="connsiteX53" fmla="*/ 424066 w 1022867"/>
                <a:gd name="connsiteY53" fmla="*/ 1388 h 320575"/>
                <a:gd name="connsiteX54" fmla="*/ 439780 w 1022867"/>
                <a:gd name="connsiteY54" fmla="*/ 1388 h 320575"/>
                <a:gd name="connsiteX55" fmla="*/ 491420 w 1022867"/>
                <a:gd name="connsiteY55" fmla="*/ 68048 h 320575"/>
                <a:gd name="connsiteX56" fmla="*/ 491420 w 1022867"/>
                <a:gd name="connsiteY56" fmla="*/ 1388 h 320575"/>
                <a:gd name="connsiteX57" fmla="*/ 508070 w 1022867"/>
                <a:gd name="connsiteY57" fmla="*/ 1388 h 320575"/>
                <a:gd name="connsiteX58" fmla="*/ 508070 w 1022867"/>
                <a:gd name="connsiteY58" fmla="*/ 97789 h 320575"/>
                <a:gd name="connsiteX59" fmla="*/ 493894 w 1022867"/>
                <a:gd name="connsiteY59" fmla="*/ 97789 h 320575"/>
                <a:gd name="connsiteX60" fmla="*/ 440746 w 1022867"/>
                <a:gd name="connsiteY60" fmla="*/ 29198 h 320575"/>
                <a:gd name="connsiteX61" fmla="*/ 440746 w 1022867"/>
                <a:gd name="connsiteY61" fmla="*/ 97789 h 320575"/>
                <a:gd name="connsiteX62" fmla="*/ 424096 w 1022867"/>
                <a:gd name="connsiteY62" fmla="*/ 97789 h 320575"/>
                <a:gd name="connsiteX63" fmla="*/ 424096 w 1022867"/>
                <a:gd name="connsiteY63" fmla="*/ 1388 h 320575"/>
                <a:gd name="connsiteX64" fmla="*/ 570177 w 1022867"/>
                <a:gd name="connsiteY64" fmla="*/ 17103 h 320575"/>
                <a:gd name="connsiteX65" fmla="*/ 539591 w 1022867"/>
                <a:gd name="connsiteY65" fmla="*/ 17103 h 320575"/>
                <a:gd name="connsiteX66" fmla="*/ 539591 w 1022867"/>
                <a:gd name="connsiteY66" fmla="*/ 1388 h 320575"/>
                <a:gd name="connsiteX67" fmla="*/ 617804 w 1022867"/>
                <a:gd name="connsiteY67" fmla="*/ 1388 h 320575"/>
                <a:gd name="connsiteX68" fmla="*/ 617804 w 1022867"/>
                <a:gd name="connsiteY68" fmla="*/ 17103 h 320575"/>
                <a:gd name="connsiteX69" fmla="*/ 587249 w 1022867"/>
                <a:gd name="connsiteY69" fmla="*/ 17103 h 320575"/>
                <a:gd name="connsiteX70" fmla="*/ 587249 w 1022867"/>
                <a:gd name="connsiteY70" fmla="*/ 97789 h 320575"/>
                <a:gd name="connsiteX71" fmla="*/ 570177 w 1022867"/>
                <a:gd name="connsiteY71" fmla="*/ 97789 h 320575"/>
                <a:gd name="connsiteX72" fmla="*/ 570177 w 1022867"/>
                <a:gd name="connsiteY72" fmla="*/ 17103 h 320575"/>
                <a:gd name="connsiteX73" fmla="*/ 649415 w 1022867"/>
                <a:gd name="connsiteY73" fmla="*/ 1388 h 320575"/>
                <a:gd name="connsiteX74" fmla="*/ 666337 w 1022867"/>
                <a:gd name="connsiteY74" fmla="*/ 1388 h 320575"/>
                <a:gd name="connsiteX75" fmla="*/ 666337 w 1022867"/>
                <a:gd name="connsiteY75" fmla="*/ 82346 h 320575"/>
                <a:gd name="connsiteX76" fmla="*/ 717011 w 1022867"/>
                <a:gd name="connsiteY76" fmla="*/ 82346 h 320575"/>
                <a:gd name="connsiteX77" fmla="*/ 717011 w 1022867"/>
                <a:gd name="connsiteY77" fmla="*/ 97789 h 320575"/>
                <a:gd name="connsiteX78" fmla="*/ 649415 w 1022867"/>
                <a:gd name="connsiteY78" fmla="*/ 97789 h 320575"/>
                <a:gd name="connsiteX79" fmla="*/ 649415 w 1022867"/>
                <a:gd name="connsiteY79" fmla="*/ 1388 h 320575"/>
                <a:gd name="connsiteX80" fmla="*/ 748321 w 1022867"/>
                <a:gd name="connsiteY80" fmla="*/ 1388 h 320575"/>
                <a:gd name="connsiteX81" fmla="*/ 819778 w 1022867"/>
                <a:gd name="connsiteY81" fmla="*/ 1388 h 320575"/>
                <a:gd name="connsiteX82" fmla="*/ 819778 w 1022867"/>
                <a:gd name="connsiteY82" fmla="*/ 16529 h 320575"/>
                <a:gd name="connsiteX83" fmla="*/ 765242 w 1022867"/>
                <a:gd name="connsiteY83" fmla="*/ 16529 h 320575"/>
                <a:gd name="connsiteX84" fmla="*/ 765242 w 1022867"/>
                <a:gd name="connsiteY84" fmla="*/ 41595 h 320575"/>
                <a:gd name="connsiteX85" fmla="*/ 813564 w 1022867"/>
                <a:gd name="connsiteY85" fmla="*/ 41595 h 320575"/>
                <a:gd name="connsiteX86" fmla="*/ 813564 w 1022867"/>
                <a:gd name="connsiteY86" fmla="*/ 56737 h 320575"/>
                <a:gd name="connsiteX87" fmla="*/ 765242 w 1022867"/>
                <a:gd name="connsiteY87" fmla="*/ 56737 h 320575"/>
                <a:gd name="connsiteX88" fmla="*/ 765242 w 1022867"/>
                <a:gd name="connsiteY88" fmla="*/ 82617 h 320575"/>
                <a:gd name="connsiteX89" fmla="*/ 820472 w 1022867"/>
                <a:gd name="connsiteY89" fmla="*/ 82617 h 320575"/>
                <a:gd name="connsiteX90" fmla="*/ 820472 w 1022867"/>
                <a:gd name="connsiteY90" fmla="*/ 97759 h 320575"/>
                <a:gd name="connsiteX91" fmla="*/ 748321 w 1022867"/>
                <a:gd name="connsiteY91" fmla="*/ 97759 h 320575"/>
                <a:gd name="connsiteX92" fmla="*/ 748321 w 1022867"/>
                <a:gd name="connsiteY92" fmla="*/ 1388 h 320575"/>
                <a:gd name="connsiteX93" fmla="*/ 847799 w 1022867"/>
                <a:gd name="connsiteY93" fmla="*/ 83733 h 320575"/>
                <a:gd name="connsiteX94" fmla="*/ 857995 w 1022867"/>
                <a:gd name="connsiteY94" fmla="*/ 71608 h 320575"/>
                <a:gd name="connsiteX95" fmla="*/ 888430 w 1022867"/>
                <a:gd name="connsiteY95" fmla="*/ 84125 h 320575"/>
                <a:gd name="connsiteX96" fmla="*/ 905502 w 1022867"/>
                <a:gd name="connsiteY96" fmla="*/ 72000 h 320575"/>
                <a:gd name="connsiteX97" fmla="*/ 905502 w 1022867"/>
                <a:gd name="connsiteY97" fmla="*/ 71758 h 320575"/>
                <a:gd name="connsiteX98" fmla="*/ 883754 w 1022867"/>
                <a:gd name="connsiteY98" fmla="*/ 57039 h 320575"/>
                <a:gd name="connsiteX99" fmla="*/ 851660 w 1022867"/>
                <a:gd name="connsiteY99" fmla="*/ 28233 h 320575"/>
                <a:gd name="connsiteX100" fmla="*/ 851660 w 1022867"/>
                <a:gd name="connsiteY100" fmla="*/ 27961 h 320575"/>
                <a:gd name="connsiteX101" fmla="*/ 884569 w 1022867"/>
                <a:gd name="connsiteY101" fmla="*/ 0 h 320575"/>
                <a:gd name="connsiteX102" fmla="*/ 919528 w 1022867"/>
                <a:gd name="connsiteY102" fmla="*/ 12126 h 320575"/>
                <a:gd name="connsiteX103" fmla="*/ 910449 w 1022867"/>
                <a:gd name="connsiteY103" fmla="*/ 24945 h 320575"/>
                <a:gd name="connsiteX104" fmla="*/ 884267 w 1022867"/>
                <a:gd name="connsiteY104" fmla="*/ 15021 h 320575"/>
                <a:gd name="connsiteX105" fmla="*/ 868582 w 1022867"/>
                <a:gd name="connsiteY105" fmla="*/ 26453 h 320575"/>
                <a:gd name="connsiteX106" fmla="*/ 868582 w 1022867"/>
                <a:gd name="connsiteY106" fmla="*/ 26725 h 320575"/>
                <a:gd name="connsiteX107" fmla="*/ 891566 w 1022867"/>
                <a:gd name="connsiteY107" fmla="*/ 41867 h 320575"/>
                <a:gd name="connsiteX108" fmla="*/ 922423 w 1022867"/>
                <a:gd name="connsiteY108" fmla="*/ 70099 h 320575"/>
                <a:gd name="connsiteX109" fmla="*/ 922423 w 1022867"/>
                <a:gd name="connsiteY109" fmla="*/ 70371 h 320575"/>
                <a:gd name="connsiteX110" fmla="*/ 887977 w 1022867"/>
                <a:gd name="connsiteY110" fmla="*/ 99147 h 320575"/>
                <a:gd name="connsiteX111" fmla="*/ 847799 w 1022867"/>
                <a:gd name="connsiteY111" fmla="*/ 83733 h 320575"/>
                <a:gd name="connsiteX112" fmla="*/ 948243 w 1022867"/>
                <a:gd name="connsiteY112" fmla="*/ 83733 h 320575"/>
                <a:gd name="connsiteX113" fmla="*/ 958438 w 1022867"/>
                <a:gd name="connsiteY113" fmla="*/ 71608 h 320575"/>
                <a:gd name="connsiteX114" fmla="*/ 988873 w 1022867"/>
                <a:gd name="connsiteY114" fmla="*/ 84125 h 320575"/>
                <a:gd name="connsiteX115" fmla="*/ 1005946 w 1022867"/>
                <a:gd name="connsiteY115" fmla="*/ 72000 h 320575"/>
                <a:gd name="connsiteX116" fmla="*/ 1005946 w 1022867"/>
                <a:gd name="connsiteY116" fmla="*/ 71758 h 320575"/>
                <a:gd name="connsiteX117" fmla="*/ 984198 w 1022867"/>
                <a:gd name="connsiteY117" fmla="*/ 57039 h 320575"/>
                <a:gd name="connsiteX118" fmla="*/ 952104 w 1022867"/>
                <a:gd name="connsiteY118" fmla="*/ 28233 h 320575"/>
                <a:gd name="connsiteX119" fmla="*/ 952104 w 1022867"/>
                <a:gd name="connsiteY119" fmla="*/ 27961 h 320575"/>
                <a:gd name="connsiteX120" fmla="*/ 985012 w 1022867"/>
                <a:gd name="connsiteY120" fmla="*/ 0 h 320575"/>
                <a:gd name="connsiteX121" fmla="*/ 1019972 w 1022867"/>
                <a:gd name="connsiteY121" fmla="*/ 12126 h 320575"/>
                <a:gd name="connsiteX122" fmla="*/ 1010892 w 1022867"/>
                <a:gd name="connsiteY122" fmla="*/ 24945 h 320575"/>
                <a:gd name="connsiteX123" fmla="*/ 984711 w 1022867"/>
                <a:gd name="connsiteY123" fmla="*/ 15021 h 320575"/>
                <a:gd name="connsiteX124" fmla="*/ 969026 w 1022867"/>
                <a:gd name="connsiteY124" fmla="*/ 26453 h 320575"/>
                <a:gd name="connsiteX125" fmla="*/ 969026 w 1022867"/>
                <a:gd name="connsiteY125" fmla="*/ 26725 h 320575"/>
                <a:gd name="connsiteX126" fmla="*/ 992010 w 1022867"/>
                <a:gd name="connsiteY126" fmla="*/ 41867 h 320575"/>
                <a:gd name="connsiteX127" fmla="*/ 1022867 w 1022867"/>
                <a:gd name="connsiteY127" fmla="*/ 70099 h 320575"/>
                <a:gd name="connsiteX128" fmla="*/ 1022867 w 1022867"/>
                <a:gd name="connsiteY128" fmla="*/ 70371 h 320575"/>
                <a:gd name="connsiteX129" fmla="*/ 988421 w 1022867"/>
                <a:gd name="connsiteY129" fmla="*/ 99147 h 320575"/>
                <a:gd name="connsiteX130" fmla="*/ 948243 w 1022867"/>
                <a:gd name="connsiteY130" fmla="*/ 83733 h 320575"/>
                <a:gd name="connsiteX131" fmla="*/ 2413 w 1022867"/>
                <a:gd name="connsiteY131" fmla="*/ 222454 h 320575"/>
                <a:gd name="connsiteX132" fmla="*/ 19335 w 1022867"/>
                <a:gd name="connsiteY132" fmla="*/ 222454 h 320575"/>
                <a:gd name="connsiteX133" fmla="*/ 19335 w 1022867"/>
                <a:gd name="connsiteY133" fmla="*/ 318856 h 320575"/>
                <a:gd name="connsiteX134" fmla="*/ 2413 w 1022867"/>
                <a:gd name="connsiteY134" fmla="*/ 318856 h 320575"/>
                <a:gd name="connsiteX135" fmla="*/ 2413 w 1022867"/>
                <a:gd name="connsiteY135" fmla="*/ 222454 h 320575"/>
                <a:gd name="connsiteX136" fmla="*/ 58818 w 1022867"/>
                <a:gd name="connsiteY136" fmla="*/ 222454 h 320575"/>
                <a:gd name="connsiteX137" fmla="*/ 74533 w 1022867"/>
                <a:gd name="connsiteY137" fmla="*/ 222454 h 320575"/>
                <a:gd name="connsiteX138" fmla="*/ 126173 w 1022867"/>
                <a:gd name="connsiteY138" fmla="*/ 289115 h 320575"/>
                <a:gd name="connsiteX139" fmla="*/ 126173 w 1022867"/>
                <a:gd name="connsiteY139" fmla="*/ 222454 h 320575"/>
                <a:gd name="connsiteX140" fmla="*/ 142823 w 1022867"/>
                <a:gd name="connsiteY140" fmla="*/ 222454 h 320575"/>
                <a:gd name="connsiteX141" fmla="*/ 142823 w 1022867"/>
                <a:gd name="connsiteY141" fmla="*/ 318856 h 320575"/>
                <a:gd name="connsiteX142" fmla="*/ 128646 w 1022867"/>
                <a:gd name="connsiteY142" fmla="*/ 318856 h 320575"/>
                <a:gd name="connsiteX143" fmla="*/ 75499 w 1022867"/>
                <a:gd name="connsiteY143" fmla="*/ 250265 h 320575"/>
                <a:gd name="connsiteX144" fmla="*/ 75499 w 1022867"/>
                <a:gd name="connsiteY144" fmla="*/ 318856 h 320575"/>
                <a:gd name="connsiteX145" fmla="*/ 58849 w 1022867"/>
                <a:gd name="connsiteY145" fmla="*/ 318856 h 320575"/>
                <a:gd name="connsiteX146" fmla="*/ 58849 w 1022867"/>
                <a:gd name="connsiteY146" fmla="*/ 222454 h 320575"/>
                <a:gd name="connsiteX147" fmla="*/ 181281 w 1022867"/>
                <a:gd name="connsiteY147" fmla="*/ 222454 h 320575"/>
                <a:gd name="connsiteX148" fmla="*/ 196996 w 1022867"/>
                <a:gd name="connsiteY148" fmla="*/ 222454 h 320575"/>
                <a:gd name="connsiteX149" fmla="*/ 248636 w 1022867"/>
                <a:gd name="connsiteY149" fmla="*/ 289115 h 320575"/>
                <a:gd name="connsiteX150" fmla="*/ 248636 w 1022867"/>
                <a:gd name="connsiteY150" fmla="*/ 222454 h 320575"/>
                <a:gd name="connsiteX151" fmla="*/ 265286 w 1022867"/>
                <a:gd name="connsiteY151" fmla="*/ 222454 h 320575"/>
                <a:gd name="connsiteX152" fmla="*/ 265286 w 1022867"/>
                <a:gd name="connsiteY152" fmla="*/ 318856 h 320575"/>
                <a:gd name="connsiteX153" fmla="*/ 251109 w 1022867"/>
                <a:gd name="connsiteY153" fmla="*/ 318856 h 320575"/>
                <a:gd name="connsiteX154" fmla="*/ 197962 w 1022867"/>
                <a:gd name="connsiteY154" fmla="*/ 250265 h 320575"/>
                <a:gd name="connsiteX155" fmla="*/ 197962 w 1022867"/>
                <a:gd name="connsiteY155" fmla="*/ 318856 h 320575"/>
                <a:gd name="connsiteX156" fmla="*/ 181311 w 1022867"/>
                <a:gd name="connsiteY156" fmla="*/ 318856 h 320575"/>
                <a:gd name="connsiteX157" fmla="*/ 181311 w 1022867"/>
                <a:gd name="connsiteY157" fmla="*/ 222454 h 320575"/>
                <a:gd name="connsiteX158" fmla="*/ 299461 w 1022867"/>
                <a:gd name="connsiteY158" fmla="*/ 270957 h 320575"/>
                <a:gd name="connsiteX159" fmla="*/ 299461 w 1022867"/>
                <a:gd name="connsiteY159" fmla="*/ 270685 h 320575"/>
                <a:gd name="connsiteX160" fmla="*/ 349985 w 1022867"/>
                <a:gd name="connsiteY160" fmla="*/ 220856 h 320575"/>
                <a:gd name="connsiteX161" fmla="*/ 400267 w 1022867"/>
                <a:gd name="connsiteY161" fmla="*/ 270444 h 320575"/>
                <a:gd name="connsiteX162" fmla="*/ 400267 w 1022867"/>
                <a:gd name="connsiteY162" fmla="*/ 270716 h 320575"/>
                <a:gd name="connsiteX163" fmla="*/ 349743 w 1022867"/>
                <a:gd name="connsiteY163" fmla="*/ 320576 h 320575"/>
                <a:gd name="connsiteX164" fmla="*/ 299461 w 1022867"/>
                <a:gd name="connsiteY164" fmla="*/ 270957 h 320575"/>
                <a:gd name="connsiteX165" fmla="*/ 382470 w 1022867"/>
                <a:gd name="connsiteY165" fmla="*/ 270957 h 320575"/>
                <a:gd name="connsiteX166" fmla="*/ 382470 w 1022867"/>
                <a:gd name="connsiteY166" fmla="*/ 270685 h 320575"/>
                <a:gd name="connsiteX167" fmla="*/ 349683 w 1022867"/>
                <a:gd name="connsiteY167" fmla="*/ 236420 h 320575"/>
                <a:gd name="connsiteX168" fmla="*/ 317197 w 1022867"/>
                <a:gd name="connsiteY168" fmla="*/ 270414 h 320575"/>
                <a:gd name="connsiteX169" fmla="*/ 317197 w 1022867"/>
                <a:gd name="connsiteY169" fmla="*/ 270685 h 320575"/>
                <a:gd name="connsiteX170" fmla="*/ 349955 w 1022867"/>
                <a:gd name="connsiteY170" fmla="*/ 304830 h 320575"/>
                <a:gd name="connsiteX171" fmla="*/ 382470 w 1022867"/>
                <a:gd name="connsiteY171" fmla="*/ 270957 h 320575"/>
                <a:gd name="connsiteX172" fmla="*/ 420114 w 1022867"/>
                <a:gd name="connsiteY172" fmla="*/ 222454 h 320575"/>
                <a:gd name="connsiteX173" fmla="*/ 438846 w 1022867"/>
                <a:gd name="connsiteY173" fmla="*/ 222454 h 320575"/>
                <a:gd name="connsiteX174" fmla="*/ 467893 w 1022867"/>
                <a:gd name="connsiteY174" fmla="*/ 296535 h 320575"/>
                <a:gd name="connsiteX175" fmla="*/ 496819 w 1022867"/>
                <a:gd name="connsiteY175" fmla="*/ 222454 h 320575"/>
                <a:gd name="connsiteX176" fmla="*/ 515129 w 1022867"/>
                <a:gd name="connsiteY176" fmla="*/ 222454 h 320575"/>
                <a:gd name="connsiteX177" fmla="*/ 475193 w 1022867"/>
                <a:gd name="connsiteY177" fmla="*/ 319550 h 320575"/>
                <a:gd name="connsiteX178" fmla="*/ 460171 w 1022867"/>
                <a:gd name="connsiteY178" fmla="*/ 319550 h 320575"/>
                <a:gd name="connsiteX179" fmla="*/ 420114 w 1022867"/>
                <a:gd name="connsiteY179" fmla="*/ 222454 h 320575"/>
                <a:gd name="connsiteX180" fmla="*/ 565712 w 1022867"/>
                <a:gd name="connsiteY180" fmla="*/ 221791 h 320575"/>
                <a:gd name="connsiteX181" fmla="*/ 581428 w 1022867"/>
                <a:gd name="connsiteY181" fmla="*/ 221791 h 320575"/>
                <a:gd name="connsiteX182" fmla="*/ 623837 w 1022867"/>
                <a:gd name="connsiteY182" fmla="*/ 318856 h 320575"/>
                <a:gd name="connsiteX183" fmla="*/ 605920 w 1022867"/>
                <a:gd name="connsiteY183" fmla="*/ 318856 h 320575"/>
                <a:gd name="connsiteX184" fmla="*/ 596147 w 1022867"/>
                <a:gd name="connsiteY184" fmla="*/ 295600 h 320575"/>
                <a:gd name="connsiteX185" fmla="*/ 550571 w 1022867"/>
                <a:gd name="connsiteY185" fmla="*/ 295600 h 320575"/>
                <a:gd name="connsiteX186" fmla="*/ 540647 w 1022867"/>
                <a:gd name="connsiteY186" fmla="*/ 318856 h 320575"/>
                <a:gd name="connsiteX187" fmla="*/ 523303 w 1022867"/>
                <a:gd name="connsiteY187" fmla="*/ 318856 h 320575"/>
                <a:gd name="connsiteX188" fmla="*/ 565712 w 1022867"/>
                <a:gd name="connsiteY188" fmla="*/ 221791 h 320575"/>
                <a:gd name="connsiteX189" fmla="*/ 589964 w 1022867"/>
                <a:gd name="connsiteY189" fmla="*/ 280579 h 320575"/>
                <a:gd name="connsiteX190" fmla="*/ 573313 w 1022867"/>
                <a:gd name="connsiteY190" fmla="*/ 242030 h 320575"/>
                <a:gd name="connsiteX191" fmla="*/ 556784 w 1022867"/>
                <a:gd name="connsiteY191" fmla="*/ 280579 h 320575"/>
                <a:gd name="connsiteX192" fmla="*/ 589964 w 1022867"/>
                <a:gd name="connsiteY192" fmla="*/ 280579 h 320575"/>
                <a:gd name="connsiteX193" fmla="*/ 665311 w 1022867"/>
                <a:gd name="connsiteY193" fmla="*/ 238169 h 320575"/>
                <a:gd name="connsiteX194" fmla="*/ 634726 w 1022867"/>
                <a:gd name="connsiteY194" fmla="*/ 238169 h 320575"/>
                <a:gd name="connsiteX195" fmla="*/ 634726 w 1022867"/>
                <a:gd name="connsiteY195" fmla="*/ 222454 h 320575"/>
                <a:gd name="connsiteX196" fmla="*/ 712939 w 1022867"/>
                <a:gd name="connsiteY196" fmla="*/ 222454 h 320575"/>
                <a:gd name="connsiteX197" fmla="*/ 712939 w 1022867"/>
                <a:gd name="connsiteY197" fmla="*/ 238169 h 320575"/>
                <a:gd name="connsiteX198" fmla="*/ 682384 w 1022867"/>
                <a:gd name="connsiteY198" fmla="*/ 238169 h 320575"/>
                <a:gd name="connsiteX199" fmla="*/ 682384 w 1022867"/>
                <a:gd name="connsiteY199" fmla="*/ 318856 h 320575"/>
                <a:gd name="connsiteX200" fmla="*/ 665311 w 1022867"/>
                <a:gd name="connsiteY200" fmla="*/ 318856 h 320575"/>
                <a:gd name="connsiteX201" fmla="*/ 665311 w 1022867"/>
                <a:gd name="connsiteY201" fmla="*/ 238169 h 320575"/>
                <a:gd name="connsiteX202" fmla="*/ 745516 w 1022867"/>
                <a:gd name="connsiteY202" fmla="*/ 222454 h 320575"/>
                <a:gd name="connsiteX203" fmla="*/ 762437 w 1022867"/>
                <a:gd name="connsiteY203" fmla="*/ 222454 h 320575"/>
                <a:gd name="connsiteX204" fmla="*/ 762437 w 1022867"/>
                <a:gd name="connsiteY204" fmla="*/ 318856 h 320575"/>
                <a:gd name="connsiteX205" fmla="*/ 745516 w 1022867"/>
                <a:gd name="connsiteY205" fmla="*/ 318856 h 320575"/>
                <a:gd name="connsiteX206" fmla="*/ 745516 w 1022867"/>
                <a:gd name="connsiteY206" fmla="*/ 222454 h 320575"/>
                <a:gd name="connsiteX207" fmla="*/ 797638 w 1022867"/>
                <a:gd name="connsiteY207" fmla="*/ 270957 h 320575"/>
                <a:gd name="connsiteX208" fmla="*/ 797638 w 1022867"/>
                <a:gd name="connsiteY208" fmla="*/ 270685 h 320575"/>
                <a:gd name="connsiteX209" fmla="*/ 848161 w 1022867"/>
                <a:gd name="connsiteY209" fmla="*/ 220856 h 320575"/>
                <a:gd name="connsiteX210" fmla="*/ 898444 w 1022867"/>
                <a:gd name="connsiteY210" fmla="*/ 270444 h 320575"/>
                <a:gd name="connsiteX211" fmla="*/ 898444 w 1022867"/>
                <a:gd name="connsiteY211" fmla="*/ 270716 h 320575"/>
                <a:gd name="connsiteX212" fmla="*/ 847920 w 1022867"/>
                <a:gd name="connsiteY212" fmla="*/ 320576 h 320575"/>
                <a:gd name="connsiteX213" fmla="*/ 797638 w 1022867"/>
                <a:gd name="connsiteY213" fmla="*/ 270957 h 320575"/>
                <a:gd name="connsiteX214" fmla="*/ 880677 w 1022867"/>
                <a:gd name="connsiteY214" fmla="*/ 270957 h 320575"/>
                <a:gd name="connsiteX215" fmla="*/ 880677 w 1022867"/>
                <a:gd name="connsiteY215" fmla="*/ 270685 h 320575"/>
                <a:gd name="connsiteX216" fmla="*/ 847890 w 1022867"/>
                <a:gd name="connsiteY216" fmla="*/ 236420 h 320575"/>
                <a:gd name="connsiteX217" fmla="*/ 815404 w 1022867"/>
                <a:gd name="connsiteY217" fmla="*/ 270414 h 320575"/>
                <a:gd name="connsiteX218" fmla="*/ 815404 w 1022867"/>
                <a:gd name="connsiteY218" fmla="*/ 270685 h 320575"/>
                <a:gd name="connsiteX219" fmla="*/ 848161 w 1022867"/>
                <a:gd name="connsiteY219" fmla="*/ 304830 h 320575"/>
                <a:gd name="connsiteX220" fmla="*/ 880677 w 1022867"/>
                <a:gd name="connsiteY220" fmla="*/ 270957 h 320575"/>
                <a:gd name="connsiteX221" fmla="*/ 932618 w 1022867"/>
                <a:gd name="connsiteY221" fmla="*/ 222454 h 320575"/>
                <a:gd name="connsiteX222" fmla="*/ 948334 w 1022867"/>
                <a:gd name="connsiteY222" fmla="*/ 222454 h 320575"/>
                <a:gd name="connsiteX223" fmla="*/ 999973 w 1022867"/>
                <a:gd name="connsiteY223" fmla="*/ 289115 h 320575"/>
                <a:gd name="connsiteX224" fmla="*/ 999973 w 1022867"/>
                <a:gd name="connsiteY224" fmla="*/ 222454 h 320575"/>
                <a:gd name="connsiteX225" fmla="*/ 1016624 w 1022867"/>
                <a:gd name="connsiteY225" fmla="*/ 222454 h 320575"/>
                <a:gd name="connsiteX226" fmla="*/ 1016624 w 1022867"/>
                <a:gd name="connsiteY226" fmla="*/ 318856 h 320575"/>
                <a:gd name="connsiteX227" fmla="*/ 1002447 w 1022867"/>
                <a:gd name="connsiteY227" fmla="*/ 318856 h 320575"/>
                <a:gd name="connsiteX228" fmla="*/ 949299 w 1022867"/>
                <a:gd name="connsiteY228" fmla="*/ 250265 h 320575"/>
                <a:gd name="connsiteX229" fmla="*/ 949299 w 1022867"/>
                <a:gd name="connsiteY229" fmla="*/ 318856 h 320575"/>
                <a:gd name="connsiteX230" fmla="*/ 932649 w 1022867"/>
                <a:gd name="connsiteY230" fmla="*/ 318856 h 320575"/>
                <a:gd name="connsiteX231" fmla="*/ 932649 w 1022867"/>
                <a:gd name="connsiteY231" fmla="*/ 222454 h 32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1022867" h="320575">
                  <a:moveTo>
                    <a:pt x="0" y="1388"/>
                  </a:moveTo>
                  <a:lnTo>
                    <a:pt x="42952" y="1388"/>
                  </a:lnTo>
                  <a:cubicBezTo>
                    <a:pt x="55078" y="1388"/>
                    <a:pt x="64580" y="4977"/>
                    <a:pt x="70763" y="11010"/>
                  </a:cubicBezTo>
                  <a:cubicBezTo>
                    <a:pt x="75861" y="16258"/>
                    <a:pt x="78756" y="23407"/>
                    <a:pt x="78756" y="31792"/>
                  </a:cubicBezTo>
                  <a:lnTo>
                    <a:pt x="78756" y="32064"/>
                  </a:lnTo>
                  <a:cubicBezTo>
                    <a:pt x="78756" y="47899"/>
                    <a:pt x="69255" y="57401"/>
                    <a:pt x="55893" y="61262"/>
                  </a:cubicBezTo>
                  <a:lnTo>
                    <a:pt x="81924" y="97759"/>
                  </a:lnTo>
                  <a:lnTo>
                    <a:pt x="61835" y="97759"/>
                  </a:lnTo>
                  <a:lnTo>
                    <a:pt x="38157" y="64157"/>
                  </a:lnTo>
                  <a:lnTo>
                    <a:pt x="16952" y="64157"/>
                  </a:lnTo>
                  <a:lnTo>
                    <a:pt x="16952" y="97759"/>
                  </a:lnTo>
                  <a:lnTo>
                    <a:pt x="30" y="97759"/>
                  </a:lnTo>
                  <a:lnTo>
                    <a:pt x="30" y="1388"/>
                  </a:lnTo>
                  <a:close/>
                  <a:moveTo>
                    <a:pt x="41716" y="49166"/>
                  </a:moveTo>
                  <a:cubicBezTo>
                    <a:pt x="53841" y="49166"/>
                    <a:pt x="61533" y="42832"/>
                    <a:pt x="61533" y="33059"/>
                  </a:cubicBezTo>
                  <a:lnTo>
                    <a:pt x="61533" y="32788"/>
                  </a:lnTo>
                  <a:cubicBezTo>
                    <a:pt x="61533" y="22441"/>
                    <a:pt x="54083" y="16801"/>
                    <a:pt x="41565" y="16801"/>
                  </a:cubicBezTo>
                  <a:lnTo>
                    <a:pt x="16922" y="16801"/>
                  </a:lnTo>
                  <a:lnTo>
                    <a:pt x="16922" y="49166"/>
                  </a:lnTo>
                  <a:lnTo>
                    <a:pt x="41716" y="49166"/>
                  </a:lnTo>
                  <a:close/>
                  <a:moveTo>
                    <a:pt x="113233" y="1388"/>
                  </a:moveTo>
                  <a:lnTo>
                    <a:pt x="184690" y="1388"/>
                  </a:lnTo>
                  <a:lnTo>
                    <a:pt x="184690" y="16529"/>
                  </a:lnTo>
                  <a:lnTo>
                    <a:pt x="130155" y="16529"/>
                  </a:lnTo>
                  <a:lnTo>
                    <a:pt x="130155" y="41595"/>
                  </a:lnTo>
                  <a:lnTo>
                    <a:pt x="178476" y="41595"/>
                  </a:lnTo>
                  <a:lnTo>
                    <a:pt x="178476" y="56737"/>
                  </a:lnTo>
                  <a:lnTo>
                    <a:pt x="130155" y="56737"/>
                  </a:lnTo>
                  <a:lnTo>
                    <a:pt x="130155" y="82617"/>
                  </a:lnTo>
                  <a:lnTo>
                    <a:pt x="185383" y="82617"/>
                  </a:lnTo>
                  <a:lnTo>
                    <a:pt x="185383" y="97759"/>
                  </a:lnTo>
                  <a:lnTo>
                    <a:pt x="113233" y="97759"/>
                  </a:lnTo>
                  <a:lnTo>
                    <a:pt x="113233" y="1388"/>
                  </a:lnTo>
                  <a:close/>
                  <a:moveTo>
                    <a:pt x="219196" y="1388"/>
                  </a:moveTo>
                  <a:lnTo>
                    <a:pt x="236118" y="1388"/>
                  </a:lnTo>
                  <a:lnTo>
                    <a:pt x="236118" y="82346"/>
                  </a:lnTo>
                  <a:lnTo>
                    <a:pt x="286792" y="82346"/>
                  </a:lnTo>
                  <a:lnTo>
                    <a:pt x="286792" y="97789"/>
                  </a:lnTo>
                  <a:lnTo>
                    <a:pt x="219196" y="97789"/>
                  </a:lnTo>
                  <a:lnTo>
                    <a:pt x="219196" y="1388"/>
                  </a:lnTo>
                  <a:close/>
                  <a:moveTo>
                    <a:pt x="318102" y="1388"/>
                  </a:moveTo>
                  <a:lnTo>
                    <a:pt x="389559" y="1388"/>
                  </a:lnTo>
                  <a:lnTo>
                    <a:pt x="389559" y="16529"/>
                  </a:lnTo>
                  <a:lnTo>
                    <a:pt x="335023" y="16529"/>
                  </a:lnTo>
                  <a:lnTo>
                    <a:pt x="335023" y="41595"/>
                  </a:lnTo>
                  <a:lnTo>
                    <a:pt x="383345" y="41595"/>
                  </a:lnTo>
                  <a:lnTo>
                    <a:pt x="383345" y="56737"/>
                  </a:lnTo>
                  <a:lnTo>
                    <a:pt x="335023" y="56737"/>
                  </a:lnTo>
                  <a:lnTo>
                    <a:pt x="335023" y="82617"/>
                  </a:lnTo>
                  <a:lnTo>
                    <a:pt x="390253" y="82617"/>
                  </a:lnTo>
                  <a:lnTo>
                    <a:pt x="390253" y="97759"/>
                  </a:lnTo>
                  <a:lnTo>
                    <a:pt x="318102" y="97759"/>
                  </a:lnTo>
                  <a:lnTo>
                    <a:pt x="318102" y="1388"/>
                  </a:lnTo>
                  <a:close/>
                  <a:moveTo>
                    <a:pt x="424066" y="1388"/>
                  </a:moveTo>
                  <a:lnTo>
                    <a:pt x="439780" y="1388"/>
                  </a:lnTo>
                  <a:lnTo>
                    <a:pt x="491420" y="68048"/>
                  </a:lnTo>
                  <a:lnTo>
                    <a:pt x="491420" y="1388"/>
                  </a:lnTo>
                  <a:lnTo>
                    <a:pt x="508070" y="1388"/>
                  </a:lnTo>
                  <a:lnTo>
                    <a:pt x="508070" y="97789"/>
                  </a:lnTo>
                  <a:lnTo>
                    <a:pt x="493894" y="97789"/>
                  </a:lnTo>
                  <a:lnTo>
                    <a:pt x="440746" y="29198"/>
                  </a:lnTo>
                  <a:lnTo>
                    <a:pt x="440746" y="97789"/>
                  </a:lnTo>
                  <a:lnTo>
                    <a:pt x="424096" y="97789"/>
                  </a:lnTo>
                  <a:lnTo>
                    <a:pt x="424096" y="1388"/>
                  </a:lnTo>
                  <a:close/>
                  <a:moveTo>
                    <a:pt x="570177" y="17103"/>
                  </a:moveTo>
                  <a:lnTo>
                    <a:pt x="539591" y="17103"/>
                  </a:lnTo>
                  <a:lnTo>
                    <a:pt x="539591" y="1388"/>
                  </a:lnTo>
                  <a:lnTo>
                    <a:pt x="617804" y="1388"/>
                  </a:lnTo>
                  <a:lnTo>
                    <a:pt x="617804" y="17103"/>
                  </a:lnTo>
                  <a:lnTo>
                    <a:pt x="587249" y="17103"/>
                  </a:lnTo>
                  <a:lnTo>
                    <a:pt x="587249" y="97789"/>
                  </a:lnTo>
                  <a:lnTo>
                    <a:pt x="570177" y="97789"/>
                  </a:lnTo>
                  <a:lnTo>
                    <a:pt x="570177" y="17103"/>
                  </a:lnTo>
                  <a:close/>
                  <a:moveTo>
                    <a:pt x="649415" y="1388"/>
                  </a:moveTo>
                  <a:lnTo>
                    <a:pt x="666337" y="1388"/>
                  </a:lnTo>
                  <a:lnTo>
                    <a:pt x="666337" y="82346"/>
                  </a:lnTo>
                  <a:lnTo>
                    <a:pt x="717011" y="82346"/>
                  </a:lnTo>
                  <a:lnTo>
                    <a:pt x="717011" y="97789"/>
                  </a:lnTo>
                  <a:lnTo>
                    <a:pt x="649415" y="97789"/>
                  </a:lnTo>
                  <a:lnTo>
                    <a:pt x="649415" y="1388"/>
                  </a:lnTo>
                  <a:close/>
                  <a:moveTo>
                    <a:pt x="748321" y="1388"/>
                  </a:moveTo>
                  <a:lnTo>
                    <a:pt x="819778" y="1388"/>
                  </a:lnTo>
                  <a:lnTo>
                    <a:pt x="819778" y="16529"/>
                  </a:lnTo>
                  <a:lnTo>
                    <a:pt x="765242" y="16529"/>
                  </a:lnTo>
                  <a:lnTo>
                    <a:pt x="765242" y="41595"/>
                  </a:lnTo>
                  <a:lnTo>
                    <a:pt x="813564" y="41595"/>
                  </a:lnTo>
                  <a:lnTo>
                    <a:pt x="813564" y="56737"/>
                  </a:lnTo>
                  <a:lnTo>
                    <a:pt x="765242" y="56737"/>
                  </a:lnTo>
                  <a:lnTo>
                    <a:pt x="765242" y="82617"/>
                  </a:lnTo>
                  <a:lnTo>
                    <a:pt x="820472" y="82617"/>
                  </a:lnTo>
                  <a:lnTo>
                    <a:pt x="820472" y="97759"/>
                  </a:lnTo>
                  <a:lnTo>
                    <a:pt x="748321" y="97759"/>
                  </a:lnTo>
                  <a:lnTo>
                    <a:pt x="748321" y="1388"/>
                  </a:lnTo>
                  <a:close/>
                  <a:moveTo>
                    <a:pt x="847799" y="83733"/>
                  </a:moveTo>
                  <a:lnTo>
                    <a:pt x="857995" y="71608"/>
                  </a:lnTo>
                  <a:cubicBezTo>
                    <a:pt x="867225" y="79601"/>
                    <a:pt x="876575" y="84125"/>
                    <a:pt x="888430" y="84125"/>
                  </a:cubicBezTo>
                  <a:cubicBezTo>
                    <a:pt x="898896" y="84125"/>
                    <a:pt x="905502" y="79148"/>
                    <a:pt x="905502" y="72000"/>
                  </a:cubicBezTo>
                  <a:lnTo>
                    <a:pt x="905502" y="71758"/>
                  </a:lnTo>
                  <a:cubicBezTo>
                    <a:pt x="905502" y="64881"/>
                    <a:pt x="901641" y="61141"/>
                    <a:pt x="883754" y="57039"/>
                  </a:cubicBezTo>
                  <a:cubicBezTo>
                    <a:pt x="863243" y="52062"/>
                    <a:pt x="851660" y="46029"/>
                    <a:pt x="851660" y="28233"/>
                  </a:cubicBezTo>
                  <a:lnTo>
                    <a:pt x="851660" y="27961"/>
                  </a:lnTo>
                  <a:cubicBezTo>
                    <a:pt x="851660" y="11432"/>
                    <a:pt x="865445" y="0"/>
                    <a:pt x="884569" y="0"/>
                  </a:cubicBezTo>
                  <a:cubicBezTo>
                    <a:pt x="898624" y="0"/>
                    <a:pt x="909755" y="4283"/>
                    <a:pt x="919528" y="12126"/>
                  </a:cubicBezTo>
                  <a:lnTo>
                    <a:pt x="910449" y="24945"/>
                  </a:lnTo>
                  <a:cubicBezTo>
                    <a:pt x="901761" y="18460"/>
                    <a:pt x="893074" y="15021"/>
                    <a:pt x="884267" y="15021"/>
                  </a:cubicBezTo>
                  <a:cubicBezTo>
                    <a:pt x="874343" y="15021"/>
                    <a:pt x="868582" y="20119"/>
                    <a:pt x="868582" y="26453"/>
                  </a:cubicBezTo>
                  <a:lnTo>
                    <a:pt x="868582" y="26725"/>
                  </a:lnTo>
                  <a:cubicBezTo>
                    <a:pt x="868582" y="34175"/>
                    <a:pt x="872986" y="37463"/>
                    <a:pt x="891566" y="41867"/>
                  </a:cubicBezTo>
                  <a:cubicBezTo>
                    <a:pt x="911957" y="46844"/>
                    <a:pt x="922423" y="54113"/>
                    <a:pt x="922423" y="70099"/>
                  </a:cubicBezTo>
                  <a:lnTo>
                    <a:pt x="922423" y="70371"/>
                  </a:lnTo>
                  <a:cubicBezTo>
                    <a:pt x="922423" y="88409"/>
                    <a:pt x="908247" y="99147"/>
                    <a:pt x="887977" y="99147"/>
                  </a:cubicBezTo>
                  <a:cubicBezTo>
                    <a:pt x="873288" y="99147"/>
                    <a:pt x="859382" y="94049"/>
                    <a:pt x="847799" y="83733"/>
                  </a:cubicBezTo>
                  <a:close/>
                  <a:moveTo>
                    <a:pt x="948243" y="83733"/>
                  </a:moveTo>
                  <a:lnTo>
                    <a:pt x="958438" y="71608"/>
                  </a:lnTo>
                  <a:cubicBezTo>
                    <a:pt x="967668" y="79601"/>
                    <a:pt x="977019" y="84125"/>
                    <a:pt x="988873" y="84125"/>
                  </a:cubicBezTo>
                  <a:cubicBezTo>
                    <a:pt x="999340" y="84125"/>
                    <a:pt x="1005946" y="79148"/>
                    <a:pt x="1005946" y="72000"/>
                  </a:cubicBezTo>
                  <a:lnTo>
                    <a:pt x="1005946" y="71758"/>
                  </a:lnTo>
                  <a:cubicBezTo>
                    <a:pt x="1005946" y="64881"/>
                    <a:pt x="1002085" y="61141"/>
                    <a:pt x="984198" y="57039"/>
                  </a:cubicBezTo>
                  <a:cubicBezTo>
                    <a:pt x="963687" y="52062"/>
                    <a:pt x="952104" y="46029"/>
                    <a:pt x="952104" y="28233"/>
                  </a:cubicBezTo>
                  <a:lnTo>
                    <a:pt x="952104" y="27961"/>
                  </a:lnTo>
                  <a:cubicBezTo>
                    <a:pt x="952104" y="11432"/>
                    <a:pt x="965889" y="0"/>
                    <a:pt x="985012" y="0"/>
                  </a:cubicBezTo>
                  <a:cubicBezTo>
                    <a:pt x="999068" y="0"/>
                    <a:pt x="1010199" y="4283"/>
                    <a:pt x="1019972" y="12126"/>
                  </a:cubicBezTo>
                  <a:lnTo>
                    <a:pt x="1010892" y="24945"/>
                  </a:lnTo>
                  <a:cubicBezTo>
                    <a:pt x="1002205" y="18460"/>
                    <a:pt x="993518" y="15021"/>
                    <a:pt x="984711" y="15021"/>
                  </a:cubicBezTo>
                  <a:cubicBezTo>
                    <a:pt x="974787" y="15021"/>
                    <a:pt x="969026" y="20119"/>
                    <a:pt x="969026" y="26453"/>
                  </a:cubicBezTo>
                  <a:lnTo>
                    <a:pt x="969026" y="26725"/>
                  </a:lnTo>
                  <a:cubicBezTo>
                    <a:pt x="969026" y="34175"/>
                    <a:pt x="973429" y="37463"/>
                    <a:pt x="992010" y="41867"/>
                  </a:cubicBezTo>
                  <a:cubicBezTo>
                    <a:pt x="1012401" y="46844"/>
                    <a:pt x="1022867" y="54113"/>
                    <a:pt x="1022867" y="70099"/>
                  </a:cubicBezTo>
                  <a:lnTo>
                    <a:pt x="1022867" y="70371"/>
                  </a:lnTo>
                  <a:cubicBezTo>
                    <a:pt x="1022867" y="88409"/>
                    <a:pt x="1008691" y="99147"/>
                    <a:pt x="988421" y="99147"/>
                  </a:cubicBezTo>
                  <a:cubicBezTo>
                    <a:pt x="973731" y="99147"/>
                    <a:pt x="959796" y="94049"/>
                    <a:pt x="948243" y="83733"/>
                  </a:cubicBezTo>
                  <a:close/>
                  <a:moveTo>
                    <a:pt x="2413" y="222454"/>
                  </a:moveTo>
                  <a:lnTo>
                    <a:pt x="19335" y="222454"/>
                  </a:lnTo>
                  <a:lnTo>
                    <a:pt x="19335" y="318856"/>
                  </a:lnTo>
                  <a:lnTo>
                    <a:pt x="2413" y="318856"/>
                  </a:lnTo>
                  <a:lnTo>
                    <a:pt x="2413" y="222454"/>
                  </a:lnTo>
                  <a:close/>
                  <a:moveTo>
                    <a:pt x="58818" y="222454"/>
                  </a:moveTo>
                  <a:lnTo>
                    <a:pt x="74533" y="222454"/>
                  </a:lnTo>
                  <a:lnTo>
                    <a:pt x="126173" y="289115"/>
                  </a:lnTo>
                  <a:lnTo>
                    <a:pt x="126173" y="222454"/>
                  </a:lnTo>
                  <a:lnTo>
                    <a:pt x="142823" y="222454"/>
                  </a:lnTo>
                  <a:lnTo>
                    <a:pt x="142823" y="318856"/>
                  </a:lnTo>
                  <a:lnTo>
                    <a:pt x="128646" y="318856"/>
                  </a:lnTo>
                  <a:lnTo>
                    <a:pt x="75499" y="250265"/>
                  </a:lnTo>
                  <a:lnTo>
                    <a:pt x="75499" y="318856"/>
                  </a:lnTo>
                  <a:lnTo>
                    <a:pt x="58849" y="318856"/>
                  </a:lnTo>
                  <a:lnTo>
                    <a:pt x="58849" y="222454"/>
                  </a:lnTo>
                  <a:close/>
                  <a:moveTo>
                    <a:pt x="181281" y="222454"/>
                  </a:moveTo>
                  <a:lnTo>
                    <a:pt x="196996" y="222454"/>
                  </a:lnTo>
                  <a:lnTo>
                    <a:pt x="248636" y="289115"/>
                  </a:lnTo>
                  <a:lnTo>
                    <a:pt x="248636" y="222454"/>
                  </a:lnTo>
                  <a:lnTo>
                    <a:pt x="265286" y="222454"/>
                  </a:lnTo>
                  <a:lnTo>
                    <a:pt x="265286" y="318856"/>
                  </a:lnTo>
                  <a:lnTo>
                    <a:pt x="251109" y="318856"/>
                  </a:lnTo>
                  <a:lnTo>
                    <a:pt x="197962" y="250265"/>
                  </a:lnTo>
                  <a:lnTo>
                    <a:pt x="197962" y="318856"/>
                  </a:lnTo>
                  <a:lnTo>
                    <a:pt x="181311" y="318856"/>
                  </a:lnTo>
                  <a:lnTo>
                    <a:pt x="181311" y="222454"/>
                  </a:lnTo>
                  <a:close/>
                  <a:moveTo>
                    <a:pt x="299461" y="270957"/>
                  </a:moveTo>
                  <a:lnTo>
                    <a:pt x="299461" y="270685"/>
                  </a:lnTo>
                  <a:cubicBezTo>
                    <a:pt x="299461" y="243569"/>
                    <a:pt x="320394" y="220856"/>
                    <a:pt x="349985" y="220856"/>
                  </a:cubicBezTo>
                  <a:cubicBezTo>
                    <a:pt x="379605" y="220856"/>
                    <a:pt x="400267" y="243297"/>
                    <a:pt x="400267" y="270444"/>
                  </a:cubicBezTo>
                  <a:lnTo>
                    <a:pt x="400267" y="270716"/>
                  </a:lnTo>
                  <a:cubicBezTo>
                    <a:pt x="400267" y="297863"/>
                    <a:pt x="379334" y="320576"/>
                    <a:pt x="349743" y="320576"/>
                  </a:cubicBezTo>
                  <a:cubicBezTo>
                    <a:pt x="320153" y="320576"/>
                    <a:pt x="299461" y="298074"/>
                    <a:pt x="299461" y="270957"/>
                  </a:cubicBezTo>
                  <a:close/>
                  <a:moveTo>
                    <a:pt x="382470" y="270957"/>
                  </a:moveTo>
                  <a:lnTo>
                    <a:pt x="382470" y="270685"/>
                  </a:lnTo>
                  <a:cubicBezTo>
                    <a:pt x="382470" y="251954"/>
                    <a:pt x="368837" y="236420"/>
                    <a:pt x="349683" y="236420"/>
                  </a:cubicBezTo>
                  <a:cubicBezTo>
                    <a:pt x="330529" y="236420"/>
                    <a:pt x="317197" y="251713"/>
                    <a:pt x="317197" y="270414"/>
                  </a:cubicBezTo>
                  <a:lnTo>
                    <a:pt x="317197" y="270685"/>
                  </a:lnTo>
                  <a:cubicBezTo>
                    <a:pt x="317197" y="289417"/>
                    <a:pt x="330831" y="304830"/>
                    <a:pt x="349955" y="304830"/>
                  </a:cubicBezTo>
                  <a:cubicBezTo>
                    <a:pt x="369138" y="304830"/>
                    <a:pt x="382470" y="289688"/>
                    <a:pt x="382470" y="270957"/>
                  </a:cubicBezTo>
                  <a:close/>
                  <a:moveTo>
                    <a:pt x="420114" y="222454"/>
                  </a:moveTo>
                  <a:lnTo>
                    <a:pt x="438846" y="222454"/>
                  </a:lnTo>
                  <a:lnTo>
                    <a:pt x="467893" y="296535"/>
                  </a:lnTo>
                  <a:lnTo>
                    <a:pt x="496819" y="222454"/>
                  </a:lnTo>
                  <a:lnTo>
                    <a:pt x="515129" y="222454"/>
                  </a:lnTo>
                  <a:lnTo>
                    <a:pt x="475193" y="319550"/>
                  </a:lnTo>
                  <a:lnTo>
                    <a:pt x="460171" y="319550"/>
                  </a:lnTo>
                  <a:lnTo>
                    <a:pt x="420114" y="222454"/>
                  </a:lnTo>
                  <a:close/>
                  <a:moveTo>
                    <a:pt x="565712" y="221791"/>
                  </a:moveTo>
                  <a:lnTo>
                    <a:pt x="581428" y="221791"/>
                  </a:lnTo>
                  <a:lnTo>
                    <a:pt x="623837" y="318856"/>
                  </a:lnTo>
                  <a:lnTo>
                    <a:pt x="605920" y="318856"/>
                  </a:lnTo>
                  <a:lnTo>
                    <a:pt x="596147" y="295600"/>
                  </a:lnTo>
                  <a:lnTo>
                    <a:pt x="550571" y="295600"/>
                  </a:lnTo>
                  <a:lnTo>
                    <a:pt x="540647" y="318856"/>
                  </a:lnTo>
                  <a:lnTo>
                    <a:pt x="523303" y="318856"/>
                  </a:lnTo>
                  <a:lnTo>
                    <a:pt x="565712" y="221791"/>
                  </a:lnTo>
                  <a:close/>
                  <a:moveTo>
                    <a:pt x="589964" y="280579"/>
                  </a:moveTo>
                  <a:lnTo>
                    <a:pt x="573313" y="242030"/>
                  </a:lnTo>
                  <a:lnTo>
                    <a:pt x="556784" y="280579"/>
                  </a:lnTo>
                  <a:lnTo>
                    <a:pt x="589964" y="280579"/>
                  </a:lnTo>
                  <a:close/>
                  <a:moveTo>
                    <a:pt x="665311" y="238169"/>
                  </a:moveTo>
                  <a:lnTo>
                    <a:pt x="634726" y="238169"/>
                  </a:lnTo>
                  <a:lnTo>
                    <a:pt x="634726" y="222454"/>
                  </a:lnTo>
                  <a:lnTo>
                    <a:pt x="712939" y="222454"/>
                  </a:lnTo>
                  <a:lnTo>
                    <a:pt x="712939" y="238169"/>
                  </a:lnTo>
                  <a:lnTo>
                    <a:pt x="682384" y="238169"/>
                  </a:lnTo>
                  <a:lnTo>
                    <a:pt x="682384" y="318856"/>
                  </a:lnTo>
                  <a:lnTo>
                    <a:pt x="665311" y="318856"/>
                  </a:lnTo>
                  <a:lnTo>
                    <a:pt x="665311" y="238169"/>
                  </a:lnTo>
                  <a:close/>
                  <a:moveTo>
                    <a:pt x="745516" y="222454"/>
                  </a:moveTo>
                  <a:lnTo>
                    <a:pt x="762437" y="222454"/>
                  </a:lnTo>
                  <a:lnTo>
                    <a:pt x="762437" y="318856"/>
                  </a:lnTo>
                  <a:lnTo>
                    <a:pt x="745516" y="318856"/>
                  </a:lnTo>
                  <a:lnTo>
                    <a:pt x="745516" y="222454"/>
                  </a:lnTo>
                  <a:close/>
                  <a:moveTo>
                    <a:pt x="797638" y="270957"/>
                  </a:moveTo>
                  <a:lnTo>
                    <a:pt x="797638" y="270685"/>
                  </a:lnTo>
                  <a:cubicBezTo>
                    <a:pt x="797638" y="243569"/>
                    <a:pt x="818571" y="220856"/>
                    <a:pt x="848161" y="220856"/>
                  </a:cubicBezTo>
                  <a:cubicBezTo>
                    <a:pt x="877782" y="220856"/>
                    <a:pt x="898444" y="243297"/>
                    <a:pt x="898444" y="270444"/>
                  </a:cubicBezTo>
                  <a:lnTo>
                    <a:pt x="898444" y="270716"/>
                  </a:lnTo>
                  <a:cubicBezTo>
                    <a:pt x="898444" y="297863"/>
                    <a:pt x="877510" y="320576"/>
                    <a:pt x="847920" y="320576"/>
                  </a:cubicBezTo>
                  <a:cubicBezTo>
                    <a:pt x="818300" y="320515"/>
                    <a:pt x="797638" y="298074"/>
                    <a:pt x="797638" y="270957"/>
                  </a:cubicBezTo>
                  <a:close/>
                  <a:moveTo>
                    <a:pt x="880677" y="270957"/>
                  </a:moveTo>
                  <a:lnTo>
                    <a:pt x="880677" y="270685"/>
                  </a:lnTo>
                  <a:cubicBezTo>
                    <a:pt x="880677" y="251954"/>
                    <a:pt x="867044" y="236420"/>
                    <a:pt x="847890" y="236420"/>
                  </a:cubicBezTo>
                  <a:cubicBezTo>
                    <a:pt x="828766" y="236420"/>
                    <a:pt x="815404" y="251713"/>
                    <a:pt x="815404" y="270414"/>
                  </a:cubicBezTo>
                  <a:lnTo>
                    <a:pt x="815404" y="270685"/>
                  </a:lnTo>
                  <a:cubicBezTo>
                    <a:pt x="815404" y="289417"/>
                    <a:pt x="829038" y="304830"/>
                    <a:pt x="848161" y="304830"/>
                  </a:cubicBezTo>
                  <a:cubicBezTo>
                    <a:pt x="867315" y="304830"/>
                    <a:pt x="880677" y="289688"/>
                    <a:pt x="880677" y="270957"/>
                  </a:cubicBezTo>
                  <a:close/>
                  <a:moveTo>
                    <a:pt x="932618" y="222454"/>
                  </a:moveTo>
                  <a:lnTo>
                    <a:pt x="948334" y="222454"/>
                  </a:lnTo>
                  <a:lnTo>
                    <a:pt x="999973" y="289115"/>
                  </a:lnTo>
                  <a:lnTo>
                    <a:pt x="999973" y="222454"/>
                  </a:lnTo>
                  <a:lnTo>
                    <a:pt x="1016624" y="222454"/>
                  </a:lnTo>
                  <a:lnTo>
                    <a:pt x="1016624" y="318856"/>
                  </a:lnTo>
                  <a:lnTo>
                    <a:pt x="1002447" y="318856"/>
                  </a:lnTo>
                  <a:lnTo>
                    <a:pt x="949299" y="250265"/>
                  </a:lnTo>
                  <a:lnTo>
                    <a:pt x="949299" y="318856"/>
                  </a:lnTo>
                  <a:lnTo>
                    <a:pt x="932649" y="318856"/>
                  </a:lnTo>
                  <a:lnTo>
                    <a:pt x="932649" y="222454"/>
                  </a:lnTo>
                  <a:close/>
                </a:path>
              </a:pathLst>
            </a:custGeom>
            <a:solidFill>
              <a:srgbClr val="FFFFFF"/>
            </a:solidFill>
            <a:ln w="30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20EFD9A-12F0-B19E-CC0C-3E792D21E108}"/>
                </a:ext>
              </a:extLst>
            </p:cNvPr>
            <p:cNvSpPr/>
            <p:nvPr/>
          </p:nvSpPr>
          <p:spPr>
            <a:xfrm>
              <a:off x="4520509" y="7751957"/>
              <a:ext cx="579858" cy="694510"/>
            </a:xfrm>
            <a:custGeom>
              <a:avLst/>
              <a:gdLst>
                <a:gd name="connsiteX0" fmla="*/ 489430 w 579858"/>
                <a:gd name="connsiteY0" fmla="*/ 252738 h 694510"/>
                <a:gd name="connsiteX1" fmla="*/ 418093 w 579858"/>
                <a:gd name="connsiteY1" fmla="*/ 442013 h 694510"/>
                <a:gd name="connsiteX2" fmla="*/ 395923 w 579858"/>
                <a:gd name="connsiteY2" fmla="*/ 487439 h 694510"/>
                <a:gd name="connsiteX3" fmla="*/ 374085 w 579858"/>
                <a:gd name="connsiteY3" fmla="*/ 531719 h 694510"/>
                <a:gd name="connsiteX4" fmla="*/ 370676 w 579858"/>
                <a:gd name="connsiteY4" fmla="*/ 540104 h 694510"/>
                <a:gd name="connsiteX5" fmla="*/ 370556 w 579858"/>
                <a:gd name="connsiteY5" fmla="*/ 610475 h 694510"/>
                <a:gd name="connsiteX6" fmla="*/ 318856 w 579858"/>
                <a:gd name="connsiteY6" fmla="*/ 675115 h 694510"/>
                <a:gd name="connsiteX7" fmla="*/ 314271 w 579858"/>
                <a:gd name="connsiteY7" fmla="*/ 679127 h 694510"/>
                <a:gd name="connsiteX8" fmla="*/ 290291 w 579858"/>
                <a:gd name="connsiteY8" fmla="*/ 694510 h 694510"/>
                <a:gd name="connsiteX9" fmla="*/ 265799 w 579858"/>
                <a:gd name="connsiteY9" fmla="*/ 678915 h 694510"/>
                <a:gd name="connsiteX10" fmla="*/ 261093 w 579858"/>
                <a:gd name="connsiteY10" fmla="*/ 675085 h 694510"/>
                <a:gd name="connsiteX11" fmla="*/ 209635 w 579858"/>
                <a:gd name="connsiteY11" fmla="*/ 610897 h 694510"/>
                <a:gd name="connsiteX12" fmla="*/ 209635 w 579858"/>
                <a:gd name="connsiteY12" fmla="*/ 583087 h 694510"/>
                <a:gd name="connsiteX13" fmla="*/ 209695 w 579858"/>
                <a:gd name="connsiteY13" fmla="*/ 569513 h 694510"/>
                <a:gd name="connsiteX14" fmla="*/ 198142 w 579858"/>
                <a:gd name="connsiteY14" fmla="*/ 521161 h 694510"/>
                <a:gd name="connsiteX15" fmla="*/ 184237 w 579858"/>
                <a:gd name="connsiteY15" fmla="*/ 487258 h 694510"/>
                <a:gd name="connsiteX16" fmla="*/ 162520 w 579858"/>
                <a:gd name="connsiteY16" fmla="*/ 442375 h 694510"/>
                <a:gd name="connsiteX17" fmla="*/ 92963 w 579858"/>
                <a:gd name="connsiteY17" fmla="*/ 242513 h 694510"/>
                <a:gd name="connsiteX18" fmla="*/ 239436 w 579858"/>
                <a:gd name="connsiteY18" fmla="*/ 89977 h 694510"/>
                <a:gd name="connsiteX19" fmla="*/ 489430 w 579858"/>
                <a:gd name="connsiteY19" fmla="*/ 252738 h 694510"/>
                <a:gd name="connsiteX20" fmla="*/ 347059 w 579858"/>
                <a:gd name="connsiteY20" fmla="*/ 597143 h 694510"/>
                <a:gd name="connsiteX21" fmla="*/ 346184 w 579858"/>
                <a:gd name="connsiteY21" fmla="*/ 595604 h 694510"/>
                <a:gd name="connsiteX22" fmla="*/ 265316 w 579858"/>
                <a:gd name="connsiteY22" fmla="*/ 611229 h 694510"/>
                <a:gd name="connsiteX23" fmla="*/ 264321 w 579858"/>
                <a:gd name="connsiteY23" fmla="*/ 595484 h 694510"/>
                <a:gd name="connsiteX24" fmla="*/ 346848 w 579858"/>
                <a:gd name="connsiteY24" fmla="*/ 579497 h 694510"/>
                <a:gd name="connsiteX25" fmla="*/ 346848 w 579858"/>
                <a:gd name="connsiteY25" fmla="*/ 564295 h 694510"/>
                <a:gd name="connsiteX26" fmla="*/ 266402 w 579858"/>
                <a:gd name="connsiteY26" fmla="*/ 579769 h 694510"/>
                <a:gd name="connsiteX27" fmla="*/ 259615 w 579858"/>
                <a:gd name="connsiteY27" fmla="*/ 565351 h 694510"/>
                <a:gd name="connsiteX28" fmla="*/ 265316 w 579858"/>
                <a:gd name="connsiteY28" fmla="*/ 564084 h 694510"/>
                <a:gd name="connsiteX29" fmla="*/ 345339 w 579858"/>
                <a:gd name="connsiteY29" fmla="*/ 547072 h 694510"/>
                <a:gd name="connsiteX30" fmla="*/ 345912 w 579858"/>
                <a:gd name="connsiteY30" fmla="*/ 541401 h 694510"/>
                <a:gd name="connsiteX31" fmla="*/ 233313 w 579858"/>
                <a:gd name="connsiteY31" fmla="*/ 545383 h 694510"/>
                <a:gd name="connsiteX32" fmla="*/ 233464 w 579858"/>
                <a:gd name="connsiteY32" fmla="*/ 604985 h 694510"/>
                <a:gd name="connsiteX33" fmla="*/ 249903 w 579858"/>
                <a:gd name="connsiteY33" fmla="*/ 643504 h 694510"/>
                <a:gd name="connsiteX34" fmla="*/ 255875 w 579858"/>
                <a:gd name="connsiteY34" fmla="*/ 647515 h 694510"/>
                <a:gd name="connsiteX35" fmla="*/ 270926 w 579858"/>
                <a:gd name="connsiteY35" fmla="*/ 652703 h 694510"/>
                <a:gd name="connsiteX36" fmla="*/ 309686 w 579858"/>
                <a:gd name="connsiteY36" fmla="*/ 652673 h 694510"/>
                <a:gd name="connsiteX37" fmla="*/ 344495 w 579858"/>
                <a:gd name="connsiteY37" fmla="*/ 627185 h 694510"/>
                <a:gd name="connsiteX38" fmla="*/ 290502 w 579858"/>
                <a:gd name="connsiteY38" fmla="*/ 637863 h 694510"/>
                <a:gd name="connsiteX39" fmla="*/ 282871 w 579858"/>
                <a:gd name="connsiteY39" fmla="*/ 623596 h 694510"/>
                <a:gd name="connsiteX40" fmla="*/ 335174 w 579858"/>
                <a:gd name="connsiteY40" fmla="*/ 613250 h 694510"/>
                <a:gd name="connsiteX41" fmla="*/ 347059 w 579858"/>
                <a:gd name="connsiteY41" fmla="*/ 597143 h 694510"/>
                <a:gd name="connsiteX42" fmla="*/ 467501 w 579858"/>
                <a:gd name="connsiteY42" fmla="*/ 262783 h 694510"/>
                <a:gd name="connsiteX43" fmla="*/ 254156 w 579858"/>
                <a:gd name="connsiteY43" fmla="*/ 110337 h 694510"/>
                <a:gd name="connsiteX44" fmla="*/ 116671 w 579858"/>
                <a:gd name="connsiteY44" fmla="*/ 243297 h 694510"/>
                <a:gd name="connsiteX45" fmla="*/ 176787 w 579858"/>
                <a:gd name="connsiteY45" fmla="*/ 423824 h 694510"/>
                <a:gd name="connsiteX46" fmla="*/ 200013 w 579858"/>
                <a:gd name="connsiteY46" fmla="*/ 453505 h 694510"/>
                <a:gd name="connsiteX47" fmla="*/ 205834 w 579858"/>
                <a:gd name="connsiteY47" fmla="*/ 471301 h 694510"/>
                <a:gd name="connsiteX48" fmla="*/ 207553 w 579858"/>
                <a:gd name="connsiteY48" fmla="*/ 487228 h 694510"/>
                <a:gd name="connsiteX49" fmla="*/ 224958 w 579858"/>
                <a:gd name="connsiteY49" fmla="*/ 517300 h 694510"/>
                <a:gd name="connsiteX50" fmla="*/ 235123 w 579858"/>
                <a:gd name="connsiteY50" fmla="*/ 521403 h 694510"/>
                <a:gd name="connsiteX51" fmla="*/ 290080 w 579858"/>
                <a:gd name="connsiteY51" fmla="*/ 521584 h 694510"/>
                <a:gd name="connsiteX52" fmla="*/ 345068 w 579858"/>
                <a:gd name="connsiteY52" fmla="*/ 521403 h 694510"/>
                <a:gd name="connsiteX53" fmla="*/ 354720 w 579858"/>
                <a:gd name="connsiteY53" fmla="*/ 517693 h 694510"/>
                <a:gd name="connsiteX54" fmla="*/ 372637 w 579858"/>
                <a:gd name="connsiteY54" fmla="*/ 487137 h 694510"/>
                <a:gd name="connsiteX55" fmla="*/ 403524 w 579858"/>
                <a:gd name="connsiteY55" fmla="*/ 423764 h 694510"/>
                <a:gd name="connsiteX56" fmla="*/ 467501 w 579858"/>
                <a:gd name="connsiteY56" fmla="*/ 262783 h 694510"/>
                <a:gd name="connsiteX57" fmla="*/ 276265 w 579858"/>
                <a:gd name="connsiteY57" fmla="*/ 41294 h 694510"/>
                <a:gd name="connsiteX58" fmla="*/ 276265 w 579858"/>
                <a:gd name="connsiteY58" fmla="*/ 13664 h 694510"/>
                <a:gd name="connsiteX59" fmla="*/ 289930 w 579858"/>
                <a:gd name="connsiteY59" fmla="*/ 0 h 694510"/>
                <a:gd name="connsiteX60" fmla="*/ 303593 w 579858"/>
                <a:gd name="connsiteY60" fmla="*/ 13664 h 694510"/>
                <a:gd name="connsiteX61" fmla="*/ 303593 w 579858"/>
                <a:gd name="connsiteY61" fmla="*/ 41294 h 694510"/>
                <a:gd name="connsiteX62" fmla="*/ 289930 w 579858"/>
                <a:gd name="connsiteY62" fmla="*/ 54958 h 694510"/>
                <a:gd name="connsiteX63" fmla="*/ 276265 w 579858"/>
                <a:gd name="connsiteY63" fmla="*/ 41294 h 694510"/>
                <a:gd name="connsiteX64" fmla="*/ 114530 w 579858"/>
                <a:gd name="connsiteY64" fmla="*/ 119990 h 694510"/>
                <a:gd name="connsiteX65" fmla="*/ 86900 w 579858"/>
                <a:gd name="connsiteY65" fmla="*/ 92360 h 694510"/>
                <a:gd name="connsiteX66" fmla="*/ 82889 w 579858"/>
                <a:gd name="connsiteY66" fmla="*/ 82708 h 694510"/>
                <a:gd name="connsiteX67" fmla="*/ 86900 w 579858"/>
                <a:gd name="connsiteY67" fmla="*/ 73055 h 694510"/>
                <a:gd name="connsiteX68" fmla="*/ 106205 w 579858"/>
                <a:gd name="connsiteY68" fmla="*/ 73055 h 694510"/>
                <a:gd name="connsiteX69" fmla="*/ 133834 w 579858"/>
                <a:gd name="connsiteY69" fmla="*/ 100685 h 694510"/>
                <a:gd name="connsiteX70" fmla="*/ 137846 w 579858"/>
                <a:gd name="connsiteY70" fmla="*/ 110337 h 694510"/>
                <a:gd name="connsiteX71" fmla="*/ 133834 w 579858"/>
                <a:gd name="connsiteY71" fmla="*/ 119990 h 694510"/>
                <a:gd name="connsiteX72" fmla="*/ 124182 w 579858"/>
                <a:gd name="connsiteY72" fmla="*/ 124001 h 694510"/>
                <a:gd name="connsiteX73" fmla="*/ 114530 w 579858"/>
                <a:gd name="connsiteY73" fmla="*/ 119990 h 694510"/>
                <a:gd name="connsiteX74" fmla="*/ 54957 w 579858"/>
                <a:gd name="connsiteY74" fmla="*/ 289930 h 694510"/>
                <a:gd name="connsiteX75" fmla="*/ 41293 w 579858"/>
                <a:gd name="connsiteY75" fmla="*/ 303594 h 694510"/>
                <a:gd name="connsiteX76" fmla="*/ 13664 w 579858"/>
                <a:gd name="connsiteY76" fmla="*/ 303594 h 694510"/>
                <a:gd name="connsiteX77" fmla="*/ 0 w 579858"/>
                <a:gd name="connsiteY77" fmla="*/ 289930 h 694510"/>
                <a:gd name="connsiteX78" fmla="*/ 13664 w 579858"/>
                <a:gd name="connsiteY78" fmla="*/ 276266 h 694510"/>
                <a:gd name="connsiteX79" fmla="*/ 41293 w 579858"/>
                <a:gd name="connsiteY79" fmla="*/ 276266 h 694510"/>
                <a:gd name="connsiteX80" fmla="*/ 54957 w 579858"/>
                <a:gd name="connsiteY80" fmla="*/ 289930 h 694510"/>
                <a:gd name="connsiteX81" fmla="*/ 492958 w 579858"/>
                <a:gd name="connsiteY81" fmla="*/ 73055 h 694510"/>
                <a:gd name="connsiteX82" fmla="*/ 496970 w 579858"/>
                <a:gd name="connsiteY82" fmla="*/ 82708 h 694510"/>
                <a:gd name="connsiteX83" fmla="*/ 492958 w 579858"/>
                <a:gd name="connsiteY83" fmla="*/ 92360 h 694510"/>
                <a:gd name="connsiteX84" fmla="*/ 465329 w 579858"/>
                <a:gd name="connsiteY84" fmla="*/ 119990 h 694510"/>
                <a:gd name="connsiteX85" fmla="*/ 455677 w 579858"/>
                <a:gd name="connsiteY85" fmla="*/ 124001 h 694510"/>
                <a:gd name="connsiteX86" fmla="*/ 446025 w 579858"/>
                <a:gd name="connsiteY86" fmla="*/ 119990 h 694510"/>
                <a:gd name="connsiteX87" fmla="*/ 442013 w 579858"/>
                <a:gd name="connsiteY87" fmla="*/ 110337 h 694510"/>
                <a:gd name="connsiteX88" fmla="*/ 446025 w 579858"/>
                <a:gd name="connsiteY88" fmla="*/ 100685 h 694510"/>
                <a:gd name="connsiteX89" fmla="*/ 473654 w 579858"/>
                <a:gd name="connsiteY89" fmla="*/ 73055 h 694510"/>
                <a:gd name="connsiteX90" fmla="*/ 492958 w 579858"/>
                <a:gd name="connsiteY90" fmla="*/ 73055 h 694510"/>
                <a:gd name="connsiteX91" fmla="*/ 579859 w 579858"/>
                <a:gd name="connsiteY91" fmla="*/ 289930 h 694510"/>
                <a:gd name="connsiteX92" fmla="*/ 566195 w 579858"/>
                <a:gd name="connsiteY92" fmla="*/ 303594 h 694510"/>
                <a:gd name="connsiteX93" fmla="*/ 538565 w 579858"/>
                <a:gd name="connsiteY93" fmla="*/ 303594 h 694510"/>
                <a:gd name="connsiteX94" fmla="*/ 524901 w 579858"/>
                <a:gd name="connsiteY94" fmla="*/ 289930 h 694510"/>
                <a:gd name="connsiteX95" fmla="*/ 538565 w 579858"/>
                <a:gd name="connsiteY95" fmla="*/ 276266 h 694510"/>
                <a:gd name="connsiteX96" fmla="*/ 566195 w 579858"/>
                <a:gd name="connsiteY96" fmla="*/ 276266 h 694510"/>
                <a:gd name="connsiteX97" fmla="*/ 579859 w 579858"/>
                <a:gd name="connsiteY97" fmla="*/ 289930 h 694510"/>
                <a:gd name="connsiteX98" fmla="*/ 364222 w 579858"/>
                <a:gd name="connsiteY98" fmla="*/ 277894 h 694510"/>
                <a:gd name="connsiteX99" fmla="*/ 299280 w 579858"/>
                <a:gd name="connsiteY99" fmla="*/ 277894 h 694510"/>
                <a:gd name="connsiteX100" fmla="*/ 346244 w 579858"/>
                <a:gd name="connsiteY100" fmla="*/ 150304 h 694510"/>
                <a:gd name="connsiteX101" fmla="*/ 215667 w 579858"/>
                <a:gd name="connsiteY101" fmla="*/ 316443 h 694510"/>
                <a:gd name="connsiteX102" fmla="*/ 279945 w 579858"/>
                <a:gd name="connsiteY102" fmla="*/ 315508 h 694510"/>
                <a:gd name="connsiteX103" fmla="*/ 231262 w 579858"/>
                <a:gd name="connsiteY103" fmla="*/ 442103 h 694510"/>
                <a:gd name="connsiteX104" fmla="*/ 364222 w 579858"/>
                <a:gd name="connsiteY104" fmla="*/ 277894 h 69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79858" h="694510">
                  <a:moveTo>
                    <a:pt x="489430" y="252738"/>
                  </a:moveTo>
                  <a:cubicBezTo>
                    <a:pt x="501072" y="328689"/>
                    <a:pt x="476369" y="392032"/>
                    <a:pt x="418093" y="442013"/>
                  </a:cubicBezTo>
                  <a:cubicBezTo>
                    <a:pt x="404007" y="454108"/>
                    <a:pt x="396195" y="468617"/>
                    <a:pt x="395923" y="487439"/>
                  </a:cubicBezTo>
                  <a:cubicBezTo>
                    <a:pt x="395652" y="507890"/>
                    <a:pt x="388111" y="516697"/>
                    <a:pt x="374085" y="531719"/>
                  </a:cubicBezTo>
                  <a:cubicBezTo>
                    <a:pt x="372155" y="533800"/>
                    <a:pt x="370737" y="537238"/>
                    <a:pt x="370676" y="540104"/>
                  </a:cubicBezTo>
                  <a:cubicBezTo>
                    <a:pt x="370405" y="560585"/>
                    <a:pt x="370616" y="589994"/>
                    <a:pt x="370556" y="610475"/>
                  </a:cubicBezTo>
                  <a:cubicBezTo>
                    <a:pt x="370435" y="643051"/>
                    <a:pt x="350558" y="667695"/>
                    <a:pt x="318856" y="675115"/>
                  </a:cubicBezTo>
                  <a:cubicBezTo>
                    <a:pt x="317076" y="675537"/>
                    <a:pt x="314995" y="677407"/>
                    <a:pt x="314271" y="679127"/>
                  </a:cubicBezTo>
                  <a:cubicBezTo>
                    <a:pt x="310229" y="688779"/>
                    <a:pt x="301693" y="694419"/>
                    <a:pt x="290291" y="694510"/>
                  </a:cubicBezTo>
                  <a:cubicBezTo>
                    <a:pt x="278558" y="694570"/>
                    <a:pt x="270021" y="688930"/>
                    <a:pt x="265799" y="678915"/>
                  </a:cubicBezTo>
                  <a:cubicBezTo>
                    <a:pt x="265105" y="677226"/>
                    <a:pt x="262903" y="675507"/>
                    <a:pt x="261093" y="675085"/>
                  </a:cubicBezTo>
                  <a:cubicBezTo>
                    <a:pt x="229965" y="667906"/>
                    <a:pt x="209816" y="642961"/>
                    <a:pt x="209635" y="610897"/>
                  </a:cubicBezTo>
                  <a:cubicBezTo>
                    <a:pt x="209574" y="601637"/>
                    <a:pt x="209635" y="592347"/>
                    <a:pt x="209635" y="583087"/>
                  </a:cubicBezTo>
                  <a:cubicBezTo>
                    <a:pt x="209635" y="578532"/>
                    <a:pt x="209363" y="574007"/>
                    <a:pt x="209695" y="569513"/>
                  </a:cubicBezTo>
                  <a:cubicBezTo>
                    <a:pt x="210841" y="554884"/>
                    <a:pt x="209243" y="533076"/>
                    <a:pt x="198142" y="521161"/>
                  </a:cubicBezTo>
                  <a:cubicBezTo>
                    <a:pt x="187555" y="509729"/>
                    <a:pt x="184358" y="502943"/>
                    <a:pt x="184237" y="487258"/>
                  </a:cubicBezTo>
                  <a:cubicBezTo>
                    <a:pt x="184086" y="468738"/>
                    <a:pt x="176485" y="454410"/>
                    <a:pt x="162520" y="442375"/>
                  </a:cubicBezTo>
                  <a:cubicBezTo>
                    <a:pt x="100836" y="389257"/>
                    <a:pt x="75649" y="321873"/>
                    <a:pt x="92963" y="242513"/>
                  </a:cubicBezTo>
                  <a:cubicBezTo>
                    <a:pt x="110216" y="163123"/>
                    <a:pt x="160921" y="111484"/>
                    <a:pt x="239436" y="89977"/>
                  </a:cubicBezTo>
                  <a:cubicBezTo>
                    <a:pt x="353574" y="58637"/>
                    <a:pt x="471361" y="135554"/>
                    <a:pt x="489430" y="252738"/>
                  </a:cubicBezTo>
                  <a:close/>
                  <a:moveTo>
                    <a:pt x="347059" y="597143"/>
                  </a:moveTo>
                  <a:cubicBezTo>
                    <a:pt x="347028" y="596962"/>
                    <a:pt x="346848" y="596781"/>
                    <a:pt x="346184" y="595604"/>
                  </a:cubicBezTo>
                  <a:cubicBezTo>
                    <a:pt x="313457" y="602964"/>
                    <a:pt x="298104" y="603869"/>
                    <a:pt x="265316" y="611229"/>
                  </a:cubicBezTo>
                  <a:cubicBezTo>
                    <a:pt x="257172" y="612948"/>
                    <a:pt x="251411" y="598440"/>
                    <a:pt x="264321" y="595484"/>
                  </a:cubicBezTo>
                  <a:cubicBezTo>
                    <a:pt x="297922" y="587943"/>
                    <a:pt x="313577" y="586978"/>
                    <a:pt x="346848" y="579497"/>
                  </a:cubicBezTo>
                  <a:lnTo>
                    <a:pt x="346848" y="564295"/>
                  </a:lnTo>
                  <a:cubicBezTo>
                    <a:pt x="313215" y="571806"/>
                    <a:pt x="299582" y="572318"/>
                    <a:pt x="266402" y="579769"/>
                  </a:cubicBezTo>
                  <a:cubicBezTo>
                    <a:pt x="251019" y="583237"/>
                    <a:pt x="250476" y="568970"/>
                    <a:pt x="259615" y="565351"/>
                  </a:cubicBezTo>
                  <a:cubicBezTo>
                    <a:pt x="259887" y="565230"/>
                    <a:pt x="263386" y="564566"/>
                    <a:pt x="265316" y="564084"/>
                  </a:cubicBezTo>
                  <a:cubicBezTo>
                    <a:pt x="288632" y="558865"/>
                    <a:pt x="322295" y="552230"/>
                    <a:pt x="345339" y="547072"/>
                  </a:cubicBezTo>
                  <a:cubicBezTo>
                    <a:pt x="345249" y="546800"/>
                    <a:pt x="345973" y="541642"/>
                    <a:pt x="345912" y="541401"/>
                  </a:cubicBezTo>
                  <a:lnTo>
                    <a:pt x="233313" y="545383"/>
                  </a:lnTo>
                  <a:cubicBezTo>
                    <a:pt x="233313" y="545383"/>
                    <a:pt x="233404" y="604985"/>
                    <a:pt x="233464" y="604985"/>
                  </a:cubicBezTo>
                  <a:cubicBezTo>
                    <a:pt x="234700" y="632977"/>
                    <a:pt x="246374" y="640578"/>
                    <a:pt x="249903" y="643504"/>
                  </a:cubicBezTo>
                  <a:cubicBezTo>
                    <a:pt x="251773" y="645042"/>
                    <a:pt x="253764" y="646399"/>
                    <a:pt x="255875" y="647515"/>
                  </a:cubicBezTo>
                  <a:cubicBezTo>
                    <a:pt x="255875" y="647515"/>
                    <a:pt x="261425" y="650773"/>
                    <a:pt x="270926" y="652703"/>
                  </a:cubicBezTo>
                  <a:cubicBezTo>
                    <a:pt x="283595" y="655267"/>
                    <a:pt x="296806" y="653608"/>
                    <a:pt x="309686" y="652673"/>
                  </a:cubicBezTo>
                  <a:cubicBezTo>
                    <a:pt x="325431" y="651527"/>
                    <a:pt x="336773" y="643021"/>
                    <a:pt x="344495" y="627185"/>
                  </a:cubicBezTo>
                  <a:cubicBezTo>
                    <a:pt x="320817" y="632494"/>
                    <a:pt x="312974" y="632826"/>
                    <a:pt x="290502" y="637863"/>
                  </a:cubicBezTo>
                  <a:cubicBezTo>
                    <a:pt x="276326" y="640910"/>
                    <a:pt x="272978" y="627879"/>
                    <a:pt x="282871" y="623596"/>
                  </a:cubicBezTo>
                  <a:cubicBezTo>
                    <a:pt x="309234" y="617714"/>
                    <a:pt x="308842" y="619162"/>
                    <a:pt x="335174" y="613250"/>
                  </a:cubicBezTo>
                  <a:cubicBezTo>
                    <a:pt x="348084" y="610324"/>
                    <a:pt x="348084" y="610294"/>
                    <a:pt x="347059" y="597143"/>
                  </a:cubicBezTo>
                  <a:close/>
                  <a:moveTo>
                    <a:pt x="467501" y="262783"/>
                  </a:moveTo>
                  <a:cubicBezTo>
                    <a:pt x="455918" y="160439"/>
                    <a:pt x="354750" y="87775"/>
                    <a:pt x="254156" y="110337"/>
                  </a:cubicBezTo>
                  <a:cubicBezTo>
                    <a:pt x="181854" y="126505"/>
                    <a:pt x="134166" y="171327"/>
                    <a:pt x="116671" y="243297"/>
                  </a:cubicBezTo>
                  <a:cubicBezTo>
                    <a:pt x="99327" y="314663"/>
                    <a:pt x="121135" y="375684"/>
                    <a:pt x="176787" y="423824"/>
                  </a:cubicBezTo>
                  <a:cubicBezTo>
                    <a:pt x="187043" y="432692"/>
                    <a:pt x="194825" y="442496"/>
                    <a:pt x="200013" y="453505"/>
                  </a:cubicBezTo>
                  <a:lnTo>
                    <a:pt x="205834" y="471301"/>
                  </a:lnTo>
                  <a:cubicBezTo>
                    <a:pt x="206829" y="476369"/>
                    <a:pt x="207493" y="481647"/>
                    <a:pt x="207553" y="487228"/>
                  </a:cubicBezTo>
                  <a:cubicBezTo>
                    <a:pt x="207704" y="502551"/>
                    <a:pt x="213465" y="506985"/>
                    <a:pt x="224958" y="517300"/>
                  </a:cubicBezTo>
                  <a:cubicBezTo>
                    <a:pt x="227552" y="519623"/>
                    <a:pt x="231684" y="521312"/>
                    <a:pt x="235123" y="521403"/>
                  </a:cubicBezTo>
                  <a:cubicBezTo>
                    <a:pt x="253462" y="521795"/>
                    <a:pt x="271801" y="521584"/>
                    <a:pt x="290080" y="521584"/>
                  </a:cubicBezTo>
                  <a:cubicBezTo>
                    <a:pt x="308420" y="521584"/>
                    <a:pt x="326759" y="521765"/>
                    <a:pt x="345068" y="521403"/>
                  </a:cubicBezTo>
                  <a:cubicBezTo>
                    <a:pt x="348356" y="521342"/>
                    <a:pt x="352277" y="519864"/>
                    <a:pt x="354720" y="517693"/>
                  </a:cubicBezTo>
                  <a:cubicBezTo>
                    <a:pt x="366424" y="507286"/>
                    <a:pt x="372456" y="502732"/>
                    <a:pt x="372637" y="487137"/>
                  </a:cubicBezTo>
                  <a:cubicBezTo>
                    <a:pt x="372909" y="461016"/>
                    <a:pt x="383828" y="440535"/>
                    <a:pt x="403524" y="423764"/>
                  </a:cubicBezTo>
                  <a:cubicBezTo>
                    <a:pt x="453173" y="381475"/>
                    <a:pt x="474830" y="327573"/>
                    <a:pt x="467501" y="262783"/>
                  </a:cubicBezTo>
                  <a:close/>
                  <a:moveTo>
                    <a:pt x="276265" y="41294"/>
                  </a:moveTo>
                  <a:lnTo>
                    <a:pt x="276265" y="13664"/>
                  </a:lnTo>
                  <a:cubicBezTo>
                    <a:pt x="276265" y="6123"/>
                    <a:pt x="282389" y="0"/>
                    <a:pt x="289930" y="0"/>
                  </a:cubicBezTo>
                  <a:cubicBezTo>
                    <a:pt x="297470" y="0"/>
                    <a:pt x="303593" y="6123"/>
                    <a:pt x="303593" y="13664"/>
                  </a:cubicBezTo>
                  <a:lnTo>
                    <a:pt x="303593" y="41294"/>
                  </a:lnTo>
                  <a:cubicBezTo>
                    <a:pt x="303593" y="48834"/>
                    <a:pt x="297470" y="54958"/>
                    <a:pt x="289930" y="54958"/>
                  </a:cubicBezTo>
                  <a:cubicBezTo>
                    <a:pt x="282389" y="54958"/>
                    <a:pt x="276265" y="48804"/>
                    <a:pt x="276265" y="41294"/>
                  </a:cubicBezTo>
                  <a:close/>
                  <a:moveTo>
                    <a:pt x="114530" y="119990"/>
                  </a:moveTo>
                  <a:lnTo>
                    <a:pt x="86900" y="92360"/>
                  </a:lnTo>
                  <a:cubicBezTo>
                    <a:pt x="84306" y="89766"/>
                    <a:pt x="82889" y="86358"/>
                    <a:pt x="82889" y="82708"/>
                  </a:cubicBezTo>
                  <a:cubicBezTo>
                    <a:pt x="82889" y="79058"/>
                    <a:pt x="84306" y="75619"/>
                    <a:pt x="86900" y="73055"/>
                  </a:cubicBezTo>
                  <a:cubicBezTo>
                    <a:pt x="92058" y="67898"/>
                    <a:pt x="101047" y="67898"/>
                    <a:pt x="106205" y="73055"/>
                  </a:cubicBezTo>
                  <a:lnTo>
                    <a:pt x="133834" y="100685"/>
                  </a:lnTo>
                  <a:cubicBezTo>
                    <a:pt x="136428" y="103279"/>
                    <a:pt x="137846" y="106688"/>
                    <a:pt x="137846" y="110337"/>
                  </a:cubicBezTo>
                  <a:cubicBezTo>
                    <a:pt x="137846" y="113987"/>
                    <a:pt x="136428" y="117426"/>
                    <a:pt x="133834" y="119990"/>
                  </a:cubicBezTo>
                  <a:cubicBezTo>
                    <a:pt x="131270" y="122553"/>
                    <a:pt x="127832" y="124001"/>
                    <a:pt x="124182" y="124001"/>
                  </a:cubicBezTo>
                  <a:cubicBezTo>
                    <a:pt x="120532" y="124001"/>
                    <a:pt x="117094" y="122584"/>
                    <a:pt x="114530" y="119990"/>
                  </a:cubicBezTo>
                  <a:close/>
                  <a:moveTo>
                    <a:pt x="54957" y="289930"/>
                  </a:moveTo>
                  <a:cubicBezTo>
                    <a:pt x="54957" y="297470"/>
                    <a:pt x="48834" y="303594"/>
                    <a:pt x="41293" y="303594"/>
                  </a:cubicBezTo>
                  <a:lnTo>
                    <a:pt x="13664" y="303594"/>
                  </a:lnTo>
                  <a:cubicBezTo>
                    <a:pt x="6123" y="303594"/>
                    <a:pt x="0" y="297470"/>
                    <a:pt x="0" y="289930"/>
                  </a:cubicBezTo>
                  <a:cubicBezTo>
                    <a:pt x="0" y="282389"/>
                    <a:pt x="6123" y="276266"/>
                    <a:pt x="13664" y="276266"/>
                  </a:cubicBezTo>
                  <a:lnTo>
                    <a:pt x="41293" y="276266"/>
                  </a:lnTo>
                  <a:cubicBezTo>
                    <a:pt x="48834" y="276266"/>
                    <a:pt x="54957" y="282389"/>
                    <a:pt x="54957" y="289930"/>
                  </a:cubicBezTo>
                  <a:close/>
                  <a:moveTo>
                    <a:pt x="492958" y="73055"/>
                  </a:moveTo>
                  <a:cubicBezTo>
                    <a:pt x="495552" y="75619"/>
                    <a:pt x="496970" y="79058"/>
                    <a:pt x="496970" y="82708"/>
                  </a:cubicBezTo>
                  <a:cubicBezTo>
                    <a:pt x="496970" y="86358"/>
                    <a:pt x="495552" y="89796"/>
                    <a:pt x="492958" y="92360"/>
                  </a:cubicBezTo>
                  <a:lnTo>
                    <a:pt x="465329" y="119990"/>
                  </a:lnTo>
                  <a:cubicBezTo>
                    <a:pt x="462765" y="122584"/>
                    <a:pt x="459326" y="124001"/>
                    <a:pt x="455677" y="124001"/>
                  </a:cubicBezTo>
                  <a:cubicBezTo>
                    <a:pt x="452027" y="124001"/>
                    <a:pt x="448588" y="122584"/>
                    <a:pt x="446025" y="119990"/>
                  </a:cubicBezTo>
                  <a:cubicBezTo>
                    <a:pt x="443431" y="117426"/>
                    <a:pt x="442013" y="113987"/>
                    <a:pt x="442013" y="110337"/>
                  </a:cubicBezTo>
                  <a:cubicBezTo>
                    <a:pt x="442013" y="106688"/>
                    <a:pt x="443431" y="103279"/>
                    <a:pt x="446025" y="100685"/>
                  </a:cubicBezTo>
                  <a:lnTo>
                    <a:pt x="473654" y="73055"/>
                  </a:lnTo>
                  <a:cubicBezTo>
                    <a:pt x="478842" y="67898"/>
                    <a:pt x="487801" y="67898"/>
                    <a:pt x="492958" y="73055"/>
                  </a:cubicBezTo>
                  <a:close/>
                  <a:moveTo>
                    <a:pt x="579859" y="289930"/>
                  </a:moveTo>
                  <a:cubicBezTo>
                    <a:pt x="579859" y="297470"/>
                    <a:pt x="573736" y="303594"/>
                    <a:pt x="566195" y="303594"/>
                  </a:cubicBezTo>
                  <a:lnTo>
                    <a:pt x="538565" y="303594"/>
                  </a:lnTo>
                  <a:cubicBezTo>
                    <a:pt x="531024" y="303594"/>
                    <a:pt x="524901" y="297470"/>
                    <a:pt x="524901" y="289930"/>
                  </a:cubicBezTo>
                  <a:cubicBezTo>
                    <a:pt x="524901" y="282389"/>
                    <a:pt x="531024" y="276266"/>
                    <a:pt x="538565" y="276266"/>
                  </a:cubicBezTo>
                  <a:lnTo>
                    <a:pt x="566195" y="276266"/>
                  </a:lnTo>
                  <a:cubicBezTo>
                    <a:pt x="573736" y="276266"/>
                    <a:pt x="579859" y="282389"/>
                    <a:pt x="579859" y="289930"/>
                  </a:cubicBezTo>
                  <a:close/>
                  <a:moveTo>
                    <a:pt x="364222" y="277894"/>
                  </a:moveTo>
                  <a:lnTo>
                    <a:pt x="299280" y="277894"/>
                  </a:lnTo>
                  <a:lnTo>
                    <a:pt x="346244" y="150304"/>
                  </a:lnTo>
                  <a:lnTo>
                    <a:pt x="215667" y="316443"/>
                  </a:lnTo>
                  <a:lnTo>
                    <a:pt x="279945" y="315508"/>
                  </a:lnTo>
                  <a:lnTo>
                    <a:pt x="231262" y="442103"/>
                  </a:lnTo>
                  <a:lnTo>
                    <a:pt x="364222" y="277894"/>
                  </a:lnTo>
                  <a:close/>
                </a:path>
              </a:pathLst>
            </a:custGeom>
            <a:solidFill>
              <a:srgbClr val="FFFFFF"/>
            </a:solidFill>
            <a:ln w="30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8D46C0B-E855-4CCE-F82E-2A0E3937578A}"/>
              </a:ext>
            </a:extLst>
          </p:cNvPr>
          <p:cNvSpPr txBox="1"/>
          <p:nvPr/>
        </p:nvSpPr>
        <p:spPr>
          <a:xfrm>
            <a:off x="9304848" y="2955405"/>
            <a:ext cx="1742182" cy="110799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Stability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1200">
                <a:solidFill>
                  <a:prstClr val="black"/>
                </a:solidFill>
                <a:latin typeface="Segoe UI"/>
              </a:rPr>
              <a:t>Growth or contraction, and population projection based on migration momentum.</a:t>
            </a:r>
            <a:endParaRPr kumimoji="0" lang="en-US" sz="11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0" name="Graphic 29" descr="Exponential Graph outline">
            <a:extLst>
              <a:ext uri="{FF2B5EF4-FFF2-40B4-BE49-F238E27FC236}">
                <a16:creationId xmlns:a16="http://schemas.microsoft.com/office/drawing/2014/main" id="{BE027574-1DB8-5E9F-68FE-1A8CBF8AF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09634" y="4893133"/>
            <a:ext cx="426201" cy="56211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67873CF-CD64-ACF9-54FA-6C67928841D2}"/>
              </a:ext>
            </a:extLst>
          </p:cNvPr>
          <p:cNvSpPr txBox="1"/>
          <p:nvPr/>
        </p:nvSpPr>
        <p:spPr>
          <a:xfrm>
            <a:off x="1075026" y="2893569"/>
            <a:ext cx="2307828" cy="1043652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Circana &amp; Nielsen DMA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Current GMI share, under/over penetrated areas &amp; the size of market.</a:t>
            </a:r>
            <a:endParaRPr kumimoji="0" lang="en-US" sz="12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5F896F-44DD-A6BA-FA4C-BA7C6DCCFCE0}"/>
              </a:ext>
            </a:extLst>
          </p:cNvPr>
          <p:cNvSpPr txBox="1"/>
          <p:nvPr/>
        </p:nvSpPr>
        <p:spPr>
          <a:xfrm>
            <a:off x="4945056" y="4565311"/>
            <a:ext cx="2558577" cy="121775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Volume </a:t>
            </a:r>
            <a:r>
              <a:rPr lang="en-US" sz="1100" b="1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YoY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1" kern="1200">
              <a:solidFill>
                <a:prstClr val="black"/>
              </a:solidFill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Measurers whether GMI is growing or losing ground. Volume YoY growth, volume trend, distributor performance, and whether loses are market-driven or execution driven.</a:t>
            </a:r>
            <a:endParaRPr kumimoji="0" lang="en-US" sz="11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0" name="Graphic 39" descr="Pie chart outline">
            <a:extLst>
              <a:ext uri="{FF2B5EF4-FFF2-40B4-BE49-F238E27FC236}">
                <a16:creationId xmlns:a16="http://schemas.microsoft.com/office/drawing/2014/main" id="{EC25E6B4-2AEE-FAA6-DD4A-0B7DFD2A8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4994" y="3089485"/>
            <a:ext cx="586009" cy="586009"/>
          </a:xfrm>
          <a:prstGeom prst="rect">
            <a:avLst/>
          </a:prstGeom>
        </p:spPr>
      </p:pic>
      <p:pic>
        <p:nvPicPr>
          <p:cNvPr id="42" name="Graphic 41" descr="City with solid fill">
            <a:extLst>
              <a:ext uri="{FF2B5EF4-FFF2-40B4-BE49-F238E27FC236}">
                <a16:creationId xmlns:a16="http://schemas.microsoft.com/office/drawing/2014/main" id="{8CFA2278-5E3E-5DC3-4404-899F4619F0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00977" y="6029946"/>
            <a:ext cx="614045" cy="61404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49086D7-8D40-5902-40E4-56223B860BF5}"/>
              </a:ext>
            </a:extLst>
          </p:cNvPr>
          <p:cNvSpPr txBox="1"/>
          <p:nvPr/>
        </p:nvSpPr>
        <p:spPr>
          <a:xfrm>
            <a:off x="9256097" y="5787565"/>
            <a:ext cx="151464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Network Efficiency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Proximity to mills and warehouses, truck vs intermodal freight.</a:t>
            </a:r>
            <a:endParaRPr kumimoji="0" lang="en-US" sz="11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674CEF7-FB0C-BCA2-9C81-7871988400D5}"/>
              </a:ext>
            </a:extLst>
          </p:cNvPr>
          <p:cNvSpPr/>
          <p:nvPr/>
        </p:nvSpPr>
        <p:spPr>
          <a:xfrm>
            <a:off x="4503405" y="3902442"/>
            <a:ext cx="3441880" cy="61404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GMI Performance – 20%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DBF4E2D-6228-4BC6-B399-28E941EB514E}"/>
              </a:ext>
            </a:extLst>
          </p:cNvPr>
          <p:cNvSpPr/>
          <p:nvPr/>
        </p:nvSpPr>
        <p:spPr>
          <a:xfrm>
            <a:off x="8292482" y="2246182"/>
            <a:ext cx="3441880" cy="556724"/>
          </a:xfrm>
          <a:prstGeom prst="roundRect">
            <a:avLst/>
          </a:prstGeom>
          <a:solidFill>
            <a:srgbClr val="F8971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>
                <a:solidFill>
                  <a:srgbClr val="FFFFFF"/>
                </a:solidFill>
                <a:latin typeface="Segoe UI"/>
              </a:rPr>
              <a:t>Population Movement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– </a:t>
            </a:r>
            <a:r>
              <a:rPr lang="en-US" kern="1200">
                <a:solidFill>
                  <a:srgbClr val="FFFFFF"/>
                </a:solidFill>
                <a:latin typeface="Segoe UI"/>
              </a:rPr>
              <a:t>30%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50" name="Graphic 49" descr="Truck with solid fill">
            <a:extLst>
              <a:ext uri="{FF2B5EF4-FFF2-40B4-BE49-F238E27FC236}">
                <a16:creationId xmlns:a16="http://schemas.microsoft.com/office/drawing/2014/main" id="{35F7F791-2370-1510-F372-C4EF55FE3A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1099" y="5923936"/>
            <a:ext cx="591972" cy="665975"/>
          </a:xfrm>
          <a:prstGeom prst="rect">
            <a:avLst/>
          </a:prstGeom>
        </p:spPr>
      </p:pic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F320DD1C-04AB-AB7F-E0E2-C6180FF7AEBB}"/>
              </a:ext>
            </a:extLst>
          </p:cNvPr>
          <p:cNvSpPr/>
          <p:nvPr/>
        </p:nvSpPr>
        <p:spPr>
          <a:xfrm>
            <a:off x="8681944" y="3157087"/>
            <a:ext cx="530281" cy="575582"/>
          </a:xfrm>
          <a:custGeom>
            <a:avLst/>
            <a:gdLst>
              <a:gd name="connsiteX0" fmla="*/ 63765 w 595724"/>
              <a:gd name="connsiteY0" fmla="*/ 333323 h 659900"/>
              <a:gd name="connsiteX1" fmla="*/ 52454 w 595724"/>
              <a:gd name="connsiteY1" fmla="*/ 329191 h 659900"/>
              <a:gd name="connsiteX2" fmla="*/ 38338 w 595724"/>
              <a:gd name="connsiteY2" fmla="*/ 333323 h 659900"/>
              <a:gd name="connsiteX3" fmla="*/ 32938 w 595724"/>
              <a:gd name="connsiteY3" fmla="*/ 345117 h 659900"/>
              <a:gd name="connsiteX4" fmla="*/ 32938 w 595724"/>
              <a:gd name="connsiteY4" fmla="*/ 421068 h 659900"/>
              <a:gd name="connsiteX5" fmla="*/ 26664 w 595724"/>
              <a:gd name="connsiteY5" fmla="*/ 427402 h 659900"/>
              <a:gd name="connsiteX6" fmla="*/ 20511 w 595724"/>
              <a:gd name="connsiteY6" fmla="*/ 420947 h 659900"/>
              <a:gd name="connsiteX7" fmla="*/ 20511 w 595724"/>
              <a:gd name="connsiteY7" fmla="*/ 319659 h 659900"/>
              <a:gd name="connsiteX8" fmla="*/ 20481 w 595724"/>
              <a:gd name="connsiteY8" fmla="*/ 319146 h 659900"/>
              <a:gd name="connsiteX9" fmla="*/ 20541 w 595724"/>
              <a:gd name="connsiteY9" fmla="*/ 318664 h 659900"/>
              <a:gd name="connsiteX10" fmla="*/ 33029 w 595724"/>
              <a:gd name="connsiteY10" fmla="*/ 300053 h 659900"/>
              <a:gd name="connsiteX11" fmla="*/ 37433 w 595724"/>
              <a:gd name="connsiteY11" fmla="*/ 298545 h 659900"/>
              <a:gd name="connsiteX12" fmla="*/ 42168 w 595724"/>
              <a:gd name="connsiteY12" fmla="*/ 298032 h 659900"/>
              <a:gd name="connsiteX13" fmla="*/ 134770 w 595724"/>
              <a:gd name="connsiteY13" fmla="*/ 298032 h 659900"/>
              <a:gd name="connsiteX14" fmla="*/ 145025 w 595724"/>
              <a:gd name="connsiteY14" fmla="*/ 287746 h 659900"/>
              <a:gd name="connsiteX15" fmla="*/ 134770 w 595724"/>
              <a:gd name="connsiteY15" fmla="*/ 277461 h 659900"/>
              <a:gd name="connsiteX16" fmla="*/ 113293 w 595724"/>
              <a:gd name="connsiteY16" fmla="*/ 277491 h 659900"/>
              <a:gd name="connsiteX17" fmla="*/ 136248 w 595724"/>
              <a:gd name="connsiteY17" fmla="*/ 238369 h 659900"/>
              <a:gd name="connsiteX18" fmla="*/ 91395 w 595724"/>
              <a:gd name="connsiteY18" fmla="*/ 193516 h 659900"/>
              <a:gd name="connsiteX19" fmla="*/ 46542 w 595724"/>
              <a:gd name="connsiteY19" fmla="*/ 238369 h 659900"/>
              <a:gd name="connsiteX20" fmla="*/ 69617 w 595724"/>
              <a:gd name="connsiteY20" fmla="*/ 277551 h 659900"/>
              <a:gd name="connsiteX21" fmla="*/ 43676 w 595724"/>
              <a:gd name="connsiteY21" fmla="*/ 277581 h 659900"/>
              <a:gd name="connsiteX22" fmla="*/ 41987 w 595724"/>
              <a:gd name="connsiteY22" fmla="*/ 277461 h 659900"/>
              <a:gd name="connsiteX23" fmla="*/ 32848 w 595724"/>
              <a:gd name="connsiteY23" fmla="*/ 278516 h 659900"/>
              <a:gd name="connsiteX24" fmla="*/ 24312 w 595724"/>
              <a:gd name="connsiteY24" fmla="*/ 281442 h 659900"/>
              <a:gd name="connsiteX25" fmla="*/ 60 w 595724"/>
              <a:gd name="connsiteY25" fmla="*/ 317759 h 659900"/>
              <a:gd name="connsiteX26" fmla="*/ 30 w 595724"/>
              <a:gd name="connsiteY26" fmla="*/ 318694 h 659900"/>
              <a:gd name="connsiteX27" fmla="*/ 0 w 595724"/>
              <a:gd name="connsiteY27" fmla="*/ 319629 h 659900"/>
              <a:gd name="connsiteX28" fmla="*/ 0 w 595724"/>
              <a:gd name="connsiteY28" fmla="*/ 420947 h 659900"/>
              <a:gd name="connsiteX29" fmla="*/ 7541 w 595724"/>
              <a:gd name="connsiteY29" fmla="*/ 439920 h 659900"/>
              <a:gd name="connsiteX30" fmla="*/ 29017 w 595724"/>
              <a:gd name="connsiteY30" fmla="*/ 447099 h 659900"/>
              <a:gd name="connsiteX31" fmla="*/ 48623 w 595724"/>
              <a:gd name="connsiteY31" fmla="*/ 437567 h 659900"/>
              <a:gd name="connsiteX32" fmla="*/ 48623 w 595724"/>
              <a:gd name="connsiteY32" fmla="*/ 539821 h 659900"/>
              <a:gd name="connsiteX33" fmla="*/ 58879 w 595724"/>
              <a:gd name="connsiteY33" fmla="*/ 550076 h 659900"/>
              <a:gd name="connsiteX34" fmla="*/ 69134 w 595724"/>
              <a:gd name="connsiteY34" fmla="*/ 539821 h 659900"/>
              <a:gd name="connsiteX35" fmla="*/ 69134 w 595724"/>
              <a:gd name="connsiteY35" fmla="*/ 345087 h 659900"/>
              <a:gd name="connsiteX36" fmla="*/ 69104 w 595724"/>
              <a:gd name="connsiteY36" fmla="*/ 344091 h 659900"/>
              <a:gd name="connsiteX37" fmla="*/ 63765 w 595724"/>
              <a:gd name="connsiteY37" fmla="*/ 333323 h 659900"/>
              <a:gd name="connsiteX38" fmla="*/ 67083 w 595724"/>
              <a:gd name="connsiteY38" fmla="*/ 238339 h 659900"/>
              <a:gd name="connsiteX39" fmla="*/ 91365 w 595724"/>
              <a:gd name="connsiteY39" fmla="*/ 214057 h 659900"/>
              <a:gd name="connsiteX40" fmla="*/ 115676 w 595724"/>
              <a:gd name="connsiteY40" fmla="*/ 238339 h 659900"/>
              <a:gd name="connsiteX41" fmla="*/ 91365 w 595724"/>
              <a:gd name="connsiteY41" fmla="*/ 262650 h 659900"/>
              <a:gd name="connsiteX42" fmla="*/ 67083 w 595724"/>
              <a:gd name="connsiteY42" fmla="*/ 238339 h 659900"/>
              <a:gd name="connsiteX43" fmla="*/ 3589 w 595724"/>
              <a:gd name="connsiteY43" fmla="*/ 319599 h 659900"/>
              <a:gd name="connsiteX44" fmla="*/ 6938 w 595724"/>
              <a:gd name="connsiteY44" fmla="*/ 318181 h 659900"/>
              <a:gd name="connsiteX45" fmla="*/ 6636 w 595724"/>
              <a:gd name="connsiteY45" fmla="*/ 319659 h 659900"/>
              <a:gd name="connsiteX46" fmla="*/ 3589 w 595724"/>
              <a:gd name="connsiteY46" fmla="*/ 319599 h 659900"/>
              <a:gd name="connsiteX47" fmla="*/ 595634 w 595724"/>
              <a:gd name="connsiteY47" fmla="*/ 318694 h 659900"/>
              <a:gd name="connsiteX48" fmla="*/ 595604 w 595724"/>
              <a:gd name="connsiteY48" fmla="*/ 317759 h 659900"/>
              <a:gd name="connsiteX49" fmla="*/ 571323 w 595724"/>
              <a:gd name="connsiteY49" fmla="*/ 281412 h 659900"/>
              <a:gd name="connsiteX50" fmla="*/ 562817 w 595724"/>
              <a:gd name="connsiteY50" fmla="*/ 278486 h 659900"/>
              <a:gd name="connsiteX51" fmla="*/ 553707 w 595724"/>
              <a:gd name="connsiteY51" fmla="*/ 277430 h 659900"/>
              <a:gd name="connsiteX52" fmla="*/ 552622 w 595724"/>
              <a:gd name="connsiteY52" fmla="*/ 277521 h 659900"/>
              <a:gd name="connsiteX53" fmla="*/ 526138 w 595724"/>
              <a:gd name="connsiteY53" fmla="*/ 277491 h 659900"/>
              <a:gd name="connsiteX54" fmla="*/ 549153 w 595724"/>
              <a:gd name="connsiteY54" fmla="*/ 238339 h 659900"/>
              <a:gd name="connsiteX55" fmla="*/ 504300 w 595724"/>
              <a:gd name="connsiteY55" fmla="*/ 193486 h 659900"/>
              <a:gd name="connsiteX56" fmla="*/ 459447 w 595724"/>
              <a:gd name="connsiteY56" fmla="*/ 238339 h 659900"/>
              <a:gd name="connsiteX57" fmla="*/ 482371 w 595724"/>
              <a:gd name="connsiteY57" fmla="*/ 277461 h 659900"/>
              <a:gd name="connsiteX58" fmla="*/ 460925 w 595724"/>
              <a:gd name="connsiteY58" fmla="*/ 277430 h 659900"/>
              <a:gd name="connsiteX59" fmla="*/ 450670 w 595724"/>
              <a:gd name="connsiteY59" fmla="*/ 287716 h 659900"/>
              <a:gd name="connsiteX60" fmla="*/ 460925 w 595724"/>
              <a:gd name="connsiteY60" fmla="*/ 298002 h 659900"/>
              <a:gd name="connsiteX61" fmla="*/ 553527 w 595724"/>
              <a:gd name="connsiteY61" fmla="*/ 298002 h 659900"/>
              <a:gd name="connsiteX62" fmla="*/ 558322 w 595724"/>
              <a:gd name="connsiteY62" fmla="*/ 298514 h 659900"/>
              <a:gd name="connsiteX63" fmla="*/ 562666 w 595724"/>
              <a:gd name="connsiteY63" fmla="*/ 299992 h 659900"/>
              <a:gd name="connsiteX64" fmla="*/ 575154 w 595724"/>
              <a:gd name="connsiteY64" fmla="*/ 318603 h 659900"/>
              <a:gd name="connsiteX65" fmla="*/ 575214 w 595724"/>
              <a:gd name="connsiteY65" fmla="*/ 319086 h 659900"/>
              <a:gd name="connsiteX66" fmla="*/ 575184 w 595724"/>
              <a:gd name="connsiteY66" fmla="*/ 319599 h 659900"/>
              <a:gd name="connsiteX67" fmla="*/ 575184 w 595724"/>
              <a:gd name="connsiteY67" fmla="*/ 420857 h 659900"/>
              <a:gd name="connsiteX68" fmla="*/ 569030 w 595724"/>
              <a:gd name="connsiteY68" fmla="*/ 427342 h 659900"/>
              <a:gd name="connsiteX69" fmla="*/ 562756 w 595724"/>
              <a:gd name="connsiteY69" fmla="*/ 421098 h 659900"/>
              <a:gd name="connsiteX70" fmla="*/ 562756 w 595724"/>
              <a:gd name="connsiteY70" fmla="*/ 345087 h 659900"/>
              <a:gd name="connsiteX71" fmla="*/ 557387 w 595724"/>
              <a:gd name="connsiteY71" fmla="*/ 333323 h 659900"/>
              <a:gd name="connsiteX72" fmla="*/ 542999 w 595724"/>
              <a:gd name="connsiteY72" fmla="*/ 329191 h 659900"/>
              <a:gd name="connsiteX73" fmla="*/ 531930 w 595724"/>
              <a:gd name="connsiteY73" fmla="*/ 333353 h 659900"/>
              <a:gd name="connsiteX74" fmla="*/ 526621 w 595724"/>
              <a:gd name="connsiteY74" fmla="*/ 344061 h 659900"/>
              <a:gd name="connsiteX75" fmla="*/ 526591 w 595724"/>
              <a:gd name="connsiteY75" fmla="*/ 345117 h 659900"/>
              <a:gd name="connsiteX76" fmla="*/ 526591 w 595724"/>
              <a:gd name="connsiteY76" fmla="*/ 539851 h 659900"/>
              <a:gd name="connsiteX77" fmla="*/ 536846 w 595724"/>
              <a:gd name="connsiteY77" fmla="*/ 550107 h 659900"/>
              <a:gd name="connsiteX78" fmla="*/ 547132 w 595724"/>
              <a:gd name="connsiteY78" fmla="*/ 539851 h 659900"/>
              <a:gd name="connsiteX79" fmla="*/ 547132 w 595724"/>
              <a:gd name="connsiteY79" fmla="*/ 437597 h 659900"/>
              <a:gd name="connsiteX80" fmla="*/ 566738 w 595724"/>
              <a:gd name="connsiteY80" fmla="*/ 447129 h 659900"/>
              <a:gd name="connsiteX81" fmla="*/ 588184 w 595724"/>
              <a:gd name="connsiteY81" fmla="*/ 439950 h 659900"/>
              <a:gd name="connsiteX82" fmla="*/ 595725 w 595724"/>
              <a:gd name="connsiteY82" fmla="*/ 420977 h 659900"/>
              <a:gd name="connsiteX83" fmla="*/ 595725 w 595724"/>
              <a:gd name="connsiteY83" fmla="*/ 319659 h 659900"/>
              <a:gd name="connsiteX84" fmla="*/ 595634 w 595724"/>
              <a:gd name="connsiteY84" fmla="*/ 318694 h 659900"/>
              <a:gd name="connsiteX85" fmla="*/ 479928 w 595724"/>
              <a:gd name="connsiteY85" fmla="*/ 238339 h 659900"/>
              <a:gd name="connsiteX86" fmla="*/ 504240 w 595724"/>
              <a:gd name="connsiteY86" fmla="*/ 214057 h 659900"/>
              <a:gd name="connsiteX87" fmla="*/ 528521 w 595724"/>
              <a:gd name="connsiteY87" fmla="*/ 238339 h 659900"/>
              <a:gd name="connsiteX88" fmla="*/ 504240 w 595724"/>
              <a:gd name="connsiteY88" fmla="*/ 262650 h 659900"/>
              <a:gd name="connsiteX89" fmla="*/ 479928 w 595724"/>
              <a:gd name="connsiteY89" fmla="*/ 238339 h 659900"/>
              <a:gd name="connsiteX90" fmla="*/ 126927 w 595724"/>
              <a:gd name="connsiteY90" fmla="*/ 39744 h 659900"/>
              <a:gd name="connsiteX91" fmla="*/ 194975 w 595724"/>
              <a:gd name="connsiteY91" fmla="*/ 177168 h 659900"/>
              <a:gd name="connsiteX92" fmla="*/ 197871 w 595724"/>
              <a:gd name="connsiteY92" fmla="*/ 182989 h 659900"/>
              <a:gd name="connsiteX93" fmla="*/ 203813 w 595724"/>
              <a:gd name="connsiteY93" fmla="*/ 188147 h 659900"/>
              <a:gd name="connsiteX94" fmla="*/ 211656 w 595724"/>
              <a:gd name="connsiteY94" fmla="*/ 187574 h 659900"/>
              <a:gd name="connsiteX95" fmla="*/ 216814 w 595724"/>
              <a:gd name="connsiteY95" fmla="*/ 181602 h 659900"/>
              <a:gd name="connsiteX96" fmla="*/ 216241 w 595724"/>
              <a:gd name="connsiteY96" fmla="*/ 173759 h 659900"/>
              <a:gd name="connsiteX97" fmla="*/ 145357 w 595724"/>
              <a:gd name="connsiteY97" fmla="*/ 30604 h 659900"/>
              <a:gd name="connsiteX98" fmla="*/ 144935 w 595724"/>
              <a:gd name="connsiteY98" fmla="*/ 29307 h 659900"/>
              <a:gd name="connsiteX99" fmla="*/ 144844 w 595724"/>
              <a:gd name="connsiteY99" fmla="*/ 27739 h 659900"/>
              <a:gd name="connsiteX100" fmla="*/ 148856 w 595724"/>
              <a:gd name="connsiteY100" fmla="*/ 21284 h 659900"/>
              <a:gd name="connsiteX101" fmla="*/ 154376 w 595724"/>
              <a:gd name="connsiteY101" fmla="*/ 20952 h 659900"/>
              <a:gd name="connsiteX102" fmla="*/ 158538 w 595724"/>
              <a:gd name="connsiteY102" fmla="*/ 24541 h 659900"/>
              <a:gd name="connsiteX103" fmla="*/ 209846 w 595724"/>
              <a:gd name="connsiteY103" fmla="*/ 128152 h 659900"/>
              <a:gd name="connsiteX104" fmla="*/ 269298 w 595724"/>
              <a:gd name="connsiteY104" fmla="*/ 163685 h 659900"/>
              <a:gd name="connsiteX105" fmla="*/ 307032 w 595724"/>
              <a:gd name="connsiteY105" fmla="*/ 163685 h 659900"/>
              <a:gd name="connsiteX106" fmla="*/ 366786 w 595724"/>
              <a:gd name="connsiteY106" fmla="*/ 127579 h 659900"/>
              <a:gd name="connsiteX107" fmla="*/ 417822 w 595724"/>
              <a:gd name="connsiteY107" fmla="*/ 24511 h 659900"/>
              <a:gd name="connsiteX108" fmla="*/ 422015 w 595724"/>
              <a:gd name="connsiteY108" fmla="*/ 20922 h 659900"/>
              <a:gd name="connsiteX109" fmla="*/ 427504 w 595724"/>
              <a:gd name="connsiteY109" fmla="*/ 21284 h 659900"/>
              <a:gd name="connsiteX110" fmla="*/ 431546 w 595724"/>
              <a:gd name="connsiteY110" fmla="*/ 27678 h 659900"/>
              <a:gd name="connsiteX111" fmla="*/ 431456 w 595724"/>
              <a:gd name="connsiteY111" fmla="*/ 29126 h 659900"/>
              <a:gd name="connsiteX112" fmla="*/ 431003 w 595724"/>
              <a:gd name="connsiteY112" fmla="*/ 30544 h 659900"/>
              <a:gd name="connsiteX113" fmla="*/ 359245 w 595724"/>
              <a:gd name="connsiteY113" fmla="*/ 175418 h 659900"/>
              <a:gd name="connsiteX114" fmla="*/ 358672 w 595724"/>
              <a:gd name="connsiteY114" fmla="*/ 183291 h 659900"/>
              <a:gd name="connsiteX115" fmla="*/ 363799 w 595724"/>
              <a:gd name="connsiteY115" fmla="*/ 189233 h 659900"/>
              <a:gd name="connsiteX116" fmla="*/ 368414 w 595724"/>
              <a:gd name="connsiteY116" fmla="*/ 190349 h 659900"/>
              <a:gd name="connsiteX117" fmla="*/ 377614 w 595724"/>
              <a:gd name="connsiteY117" fmla="*/ 184648 h 659900"/>
              <a:gd name="connsiteX118" fmla="*/ 448830 w 595724"/>
              <a:gd name="connsiteY118" fmla="*/ 40679 h 659900"/>
              <a:gd name="connsiteX119" fmla="*/ 449735 w 595724"/>
              <a:gd name="connsiteY119" fmla="*/ 39140 h 659900"/>
              <a:gd name="connsiteX120" fmla="*/ 451575 w 595724"/>
              <a:gd name="connsiteY120" fmla="*/ 33319 h 659900"/>
              <a:gd name="connsiteX121" fmla="*/ 452117 w 595724"/>
              <a:gd name="connsiteY121" fmla="*/ 27437 h 659900"/>
              <a:gd name="connsiteX122" fmla="*/ 436704 w 595724"/>
              <a:gd name="connsiteY122" fmla="*/ 2884 h 659900"/>
              <a:gd name="connsiteX123" fmla="*/ 415469 w 595724"/>
              <a:gd name="connsiteY123" fmla="*/ 1466 h 659900"/>
              <a:gd name="connsiteX124" fmla="*/ 399422 w 595724"/>
              <a:gd name="connsiteY124" fmla="*/ 15462 h 659900"/>
              <a:gd name="connsiteX125" fmla="*/ 348748 w 595724"/>
              <a:gd name="connsiteY125" fmla="*/ 117867 h 659900"/>
              <a:gd name="connsiteX126" fmla="*/ 310471 w 595724"/>
              <a:gd name="connsiteY126" fmla="*/ 143053 h 659900"/>
              <a:gd name="connsiteX127" fmla="*/ 345611 w 595724"/>
              <a:gd name="connsiteY127" fmla="*/ 90207 h 659900"/>
              <a:gd name="connsiteX128" fmla="*/ 288271 w 595724"/>
              <a:gd name="connsiteY128" fmla="*/ 32897 h 659900"/>
              <a:gd name="connsiteX129" fmla="*/ 230960 w 595724"/>
              <a:gd name="connsiteY129" fmla="*/ 90207 h 659900"/>
              <a:gd name="connsiteX130" fmla="*/ 266070 w 595724"/>
              <a:gd name="connsiteY130" fmla="*/ 143053 h 659900"/>
              <a:gd name="connsiteX131" fmla="*/ 228034 w 595724"/>
              <a:gd name="connsiteY131" fmla="*/ 118470 h 659900"/>
              <a:gd name="connsiteX132" fmla="*/ 177058 w 595724"/>
              <a:gd name="connsiteY132" fmla="*/ 15432 h 659900"/>
              <a:gd name="connsiteX133" fmla="*/ 160981 w 595724"/>
              <a:gd name="connsiteY133" fmla="*/ 1466 h 659900"/>
              <a:gd name="connsiteX134" fmla="*/ 139747 w 595724"/>
              <a:gd name="connsiteY134" fmla="*/ 2914 h 659900"/>
              <a:gd name="connsiteX135" fmla="*/ 124333 w 595724"/>
              <a:gd name="connsiteY135" fmla="*/ 27437 h 659900"/>
              <a:gd name="connsiteX136" fmla="*/ 124876 w 595724"/>
              <a:gd name="connsiteY136" fmla="*/ 33379 h 659900"/>
              <a:gd name="connsiteX137" fmla="*/ 126927 w 595724"/>
              <a:gd name="connsiteY137" fmla="*/ 39744 h 659900"/>
              <a:gd name="connsiteX138" fmla="*/ 446417 w 595724"/>
              <a:gd name="connsiteY138" fmla="*/ 37753 h 659900"/>
              <a:gd name="connsiteX139" fmla="*/ 446417 w 595724"/>
              <a:gd name="connsiteY139" fmla="*/ 37753 h 659900"/>
              <a:gd name="connsiteX140" fmla="*/ 446417 w 595724"/>
              <a:gd name="connsiteY140" fmla="*/ 37753 h 659900"/>
              <a:gd name="connsiteX141" fmla="*/ 446417 w 595724"/>
              <a:gd name="connsiteY141" fmla="*/ 37753 h 659900"/>
              <a:gd name="connsiteX142" fmla="*/ 251441 w 595724"/>
              <a:gd name="connsiteY142" fmla="*/ 90297 h 659900"/>
              <a:gd name="connsiteX143" fmla="*/ 288210 w 595724"/>
              <a:gd name="connsiteY143" fmla="*/ 53558 h 659900"/>
              <a:gd name="connsiteX144" fmla="*/ 324979 w 595724"/>
              <a:gd name="connsiteY144" fmla="*/ 90297 h 659900"/>
              <a:gd name="connsiteX145" fmla="*/ 288210 w 595724"/>
              <a:gd name="connsiteY145" fmla="*/ 127066 h 659900"/>
              <a:gd name="connsiteX146" fmla="*/ 251441 w 595724"/>
              <a:gd name="connsiteY146" fmla="*/ 90297 h 659900"/>
              <a:gd name="connsiteX147" fmla="*/ 279071 w 595724"/>
              <a:gd name="connsiteY147" fmla="*/ 560302 h 659900"/>
              <a:gd name="connsiteX148" fmla="*/ 268815 w 595724"/>
              <a:gd name="connsiteY148" fmla="*/ 570587 h 659900"/>
              <a:gd name="connsiteX149" fmla="*/ 268906 w 595724"/>
              <a:gd name="connsiteY149" fmla="*/ 649645 h 659900"/>
              <a:gd name="connsiteX150" fmla="*/ 279161 w 595724"/>
              <a:gd name="connsiteY150" fmla="*/ 659901 h 659900"/>
              <a:gd name="connsiteX151" fmla="*/ 279191 w 595724"/>
              <a:gd name="connsiteY151" fmla="*/ 659901 h 659900"/>
              <a:gd name="connsiteX152" fmla="*/ 286461 w 595724"/>
              <a:gd name="connsiteY152" fmla="*/ 656854 h 659900"/>
              <a:gd name="connsiteX153" fmla="*/ 289447 w 595724"/>
              <a:gd name="connsiteY153" fmla="*/ 649585 h 659900"/>
              <a:gd name="connsiteX154" fmla="*/ 289387 w 595724"/>
              <a:gd name="connsiteY154" fmla="*/ 570527 h 659900"/>
              <a:gd name="connsiteX155" fmla="*/ 279071 w 595724"/>
              <a:gd name="connsiteY155" fmla="*/ 560302 h 659900"/>
              <a:gd name="connsiteX156" fmla="*/ 493622 w 595724"/>
              <a:gd name="connsiteY156" fmla="*/ 367800 h 659900"/>
              <a:gd name="connsiteX157" fmla="*/ 462856 w 595724"/>
              <a:gd name="connsiteY157" fmla="*/ 321770 h 659900"/>
              <a:gd name="connsiteX158" fmla="*/ 452057 w 595724"/>
              <a:gd name="connsiteY158" fmla="*/ 318030 h 659900"/>
              <a:gd name="connsiteX159" fmla="*/ 440263 w 595724"/>
              <a:gd name="connsiteY159" fmla="*/ 316703 h 659900"/>
              <a:gd name="connsiteX160" fmla="*/ 397643 w 595724"/>
              <a:gd name="connsiteY160" fmla="*/ 316703 h 659900"/>
              <a:gd name="connsiteX161" fmla="*/ 432903 w 595724"/>
              <a:gd name="connsiteY161" fmla="*/ 263947 h 659900"/>
              <a:gd name="connsiteX162" fmla="*/ 375835 w 595724"/>
              <a:gd name="connsiteY162" fmla="*/ 206878 h 659900"/>
              <a:gd name="connsiteX163" fmla="*/ 318766 w 595724"/>
              <a:gd name="connsiteY163" fmla="*/ 263947 h 659900"/>
              <a:gd name="connsiteX164" fmla="*/ 354027 w 595724"/>
              <a:gd name="connsiteY164" fmla="*/ 316703 h 659900"/>
              <a:gd name="connsiteX165" fmla="*/ 311406 w 595724"/>
              <a:gd name="connsiteY165" fmla="*/ 316703 h 659900"/>
              <a:gd name="connsiteX166" fmla="*/ 293700 w 595724"/>
              <a:gd name="connsiteY166" fmla="*/ 319719 h 659900"/>
              <a:gd name="connsiteX167" fmla="*/ 276024 w 595724"/>
              <a:gd name="connsiteY167" fmla="*/ 316703 h 659900"/>
              <a:gd name="connsiteX168" fmla="*/ 233404 w 595724"/>
              <a:gd name="connsiteY168" fmla="*/ 316703 h 659900"/>
              <a:gd name="connsiteX169" fmla="*/ 268664 w 595724"/>
              <a:gd name="connsiteY169" fmla="*/ 263947 h 659900"/>
              <a:gd name="connsiteX170" fmla="*/ 211595 w 595724"/>
              <a:gd name="connsiteY170" fmla="*/ 206878 h 659900"/>
              <a:gd name="connsiteX171" fmla="*/ 154527 w 595724"/>
              <a:gd name="connsiteY171" fmla="*/ 263947 h 659900"/>
              <a:gd name="connsiteX172" fmla="*/ 189787 w 595724"/>
              <a:gd name="connsiteY172" fmla="*/ 316703 h 659900"/>
              <a:gd name="connsiteX173" fmla="*/ 146986 w 595724"/>
              <a:gd name="connsiteY173" fmla="*/ 316703 h 659900"/>
              <a:gd name="connsiteX174" fmla="*/ 135343 w 595724"/>
              <a:gd name="connsiteY174" fmla="*/ 318060 h 659900"/>
              <a:gd name="connsiteX175" fmla="*/ 124574 w 595724"/>
              <a:gd name="connsiteY175" fmla="*/ 321801 h 659900"/>
              <a:gd name="connsiteX176" fmla="*/ 93808 w 595724"/>
              <a:gd name="connsiteY176" fmla="*/ 367860 h 659900"/>
              <a:gd name="connsiteX177" fmla="*/ 93778 w 595724"/>
              <a:gd name="connsiteY177" fmla="*/ 368976 h 659900"/>
              <a:gd name="connsiteX178" fmla="*/ 93747 w 595724"/>
              <a:gd name="connsiteY178" fmla="*/ 370182 h 659900"/>
              <a:gd name="connsiteX179" fmla="*/ 93838 w 595724"/>
              <a:gd name="connsiteY179" fmla="*/ 506128 h 659900"/>
              <a:gd name="connsiteX180" fmla="*/ 93747 w 595724"/>
              <a:gd name="connsiteY180" fmla="*/ 507275 h 659900"/>
              <a:gd name="connsiteX181" fmla="*/ 101892 w 595724"/>
              <a:gd name="connsiteY181" fmla="*/ 526820 h 659900"/>
              <a:gd name="connsiteX182" fmla="*/ 120864 w 595724"/>
              <a:gd name="connsiteY182" fmla="*/ 534934 h 659900"/>
              <a:gd name="connsiteX183" fmla="*/ 121920 w 595724"/>
              <a:gd name="connsiteY183" fmla="*/ 534965 h 659900"/>
              <a:gd name="connsiteX184" fmla="*/ 127892 w 595724"/>
              <a:gd name="connsiteY184" fmla="*/ 534210 h 659900"/>
              <a:gd name="connsiteX185" fmla="*/ 133503 w 595724"/>
              <a:gd name="connsiteY185" fmla="*/ 532190 h 659900"/>
              <a:gd name="connsiteX186" fmla="*/ 145176 w 595724"/>
              <a:gd name="connsiteY186" fmla="*/ 521572 h 659900"/>
              <a:gd name="connsiteX187" fmla="*/ 145176 w 595724"/>
              <a:gd name="connsiteY187" fmla="*/ 610041 h 659900"/>
              <a:gd name="connsiteX188" fmla="*/ 155431 w 595724"/>
              <a:gd name="connsiteY188" fmla="*/ 620297 h 659900"/>
              <a:gd name="connsiteX189" fmla="*/ 165687 w 595724"/>
              <a:gd name="connsiteY189" fmla="*/ 610041 h 659900"/>
              <a:gd name="connsiteX190" fmla="*/ 165687 w 595724"/>
              <a:gd name="connsiteY190" fmla="*/ 404659 h 659900"/>
              <a:gd name="connsiteX191" fmla="*/ 165657 w 595724"/>
              <a:gd name="connsiteY191" fmla="*/ 403724 h 659900"/>
              <a:gd name="connsiteX192" fmla="*/ 159654 w 595724"/>
              <a:gd name="connsiteY192" fmla="*/ 391448 h 659900"/>
              <a:gd name="connsiteX193" fmla="*/ 134619 w 595724"/>
              <a:gd name="connsiteY193" fmla="*/ 391417 h 659900"/>
              <a:gd name="connsiteX194" fmla="*/ 128616 w 595724"/>
              <a:gd name="connsiteY194" fmla="*/ 404629 h 659900"/>
              <a:gd name="connsiteX195" fmla="*/ 128616 w 595724"/>
              <a:gd name="connsiteY195" fmla="*/ 507456 h 659900"/>
              <a:gd name="connsiteX196" fmla="*/ 124484 w 595724"/>
              <a:gd name="connsiteY196" fmla="*/ 513699 h 659900"/>
              <a:gd name="connsiteX197" fmla="*/ 123187 w 595724"/>
              <a:gd name="connsiteY197" fmla="*/ 514182 h 659900"/>
              <a:gd name="connsiteX198" fmla="*/ 122222 w 595724"/>
              <a:gd name="connsiteY198" fmla="*/ 514393 h 659900"/>
              <a:gd name="connsiteX199" fmla="*/ 121226 w 595724"/>
              <a:gd name="connsiteY199" fmla="*/ 514393 h 659900"/>
              <a:gd name="connsiteX200" fmla="*/ 116370 w 595724"/>
              <a:gd name="connsiteY200" fmla="*/ 512252 h 659900"/>
              <a:gd name="connsiteX201" fmla="*/ 114259 w 595724"/>
              <a:gd name="connsiteY201" fmla="*/ 506702 h 659900"/>
              <a:gd name="connsiteX202" fmla="*/ 114289 w 595724"/>
              <a:gd name="connsiteY202" fmla="*/ 370182 h 659900"/>
              <a:gd name="connsiteX203" fmla="*/ 114289 w 595724"/>
              <a:gd name="connsiteY203" fmla="*/ 368674 h 659900"/>
              <a:gd name="connsiteX204" fmla="*/ 133201 w 595724"/>
              <a:gd name="connsiteY204" fmla="*/ 340351 h 659900"/>
              <a:gd name="connsiteX205" fmla="*/ 139897 w 595724"/>
              <a:gd name="connsiteY205" fmla="*/ 338059 h 659900"/>
              <a:gd name="connsiteX206" fmla="*/ 147167 w 595724"/>
              <a:gd name="connsiteY206" fmla="*/ 337274 h 659900"/>
              <a:gd name="connsiteX207" fmla="*/ 269298 w 595724"/>
              <a:gd name="connsiteY207" fmla="*/ 337274 h 659900"/>
              <a:gd name="connsiteX208" fmla="*/ 263989 w 595724"/>
              <a:gd name="connsiteY208" fmla="*/ 345479 h 659900"/>
              <a:gd name="connsiteX209" fmla="*/ 259827 w 595724"/>
              <a:gd name="connsiteY209" fmla="*/ 356126 h 659900"/>
              <a:gd name="connsiteX210" fmla="*/ 257987 w 595724"/>
              <a:gd name="connsiteY210" fmla="*/ 367558 h 659900"/>
              <a:gd name="connsiteX211" fmla="*/ 257956 w 595724"/>
              <a:gd name="connsiteY211" fmla="*/ 369066 h 659900"/>
              <a:gd name="connsiteX212" fmla="*/ 257926 w 595724"/>
              <a:gd name="connsiteY212" fmla="*/ 370152 h 659900"/>
              <a:gd name="connsiteX213" fmla="*/ 258017 w 595724"/>
              <a:gd name="connsiteY213" fmla="*/ 506128 h 659900"/>
              <a:gd name="connsiteX214" fmla="*/ 257926 w 595724"/>
              <a:gd name="connsiteY214" fmla="*/ 507275 h 659900"/>
              <a:gd name="connsiteX215" fmla="*/ 266070 w 595724"/>
              <a:gd name="connsiteY215" fmla="*/ 526790 h 659900"/>
              <a:gd name="connsiteX216" fmla="*/ 285677 w 595724"/>
              <a:gd name="connsiteY216" fmla="*/ 534965 h 659900"/>
              <a:gd name="connsiteX217" fmla="*/ 309475 w 595724"/>
              <a:gd name="connsiteY217" fmla="*/ 521361 h 659900"/>
              <a:gd name="connsiteX218" fmla="*/ 309566 w 595724"/>
              <a:gd name="connsiteY218" fmla="*/ 649434 h 659900"/>
              <a:gd name="connsiteX219" fmla="*/ 319821 w 595724"/>
              <a:gd name="connsiteY219" fmla="*/ 659690 h 659900"/>
              <a:gd name="connsiteX220" fmla="*/ 319852 w 595724"/>
              <a:gd name="connsiteY220" fmla="*/ 659690 h 659900"/>
              <a:gd name="connsiteX221" fmla="*/ 327121 w 595724"/>
              <a:gd name="connsiteY221" fmla="*/ 656643 h 659900"/>
              <a:gd name="connsiteX222" fmla="*/ 330107 w 595724"/>
              <a:gd name="connsiteY222" fmla="*/ 649404 h 659900"/>
              <a:gd name="connsiteX223" fmla="*/ 329896 w 595724"/>
              <a:gd name="connsiteY223" fmla="*/ 404508 h 659900"/>
              <a:gd name="connsiteX224" fmla="*/ 323833 w 595724"/>
              <a:gd name="connsiteY224" fmla="*/ 391357 h 659900"/>
              <a:gd name="connsiteX225" fmla="*/ 311436 w 595724"/>
              <a:gd name="connsiteY225" fmla="*/ 386712 h 659900"/>
              <a:gd name="connsiteX226" fmla="*/ 311406 w 595724"/>
              <a:gd name="connsiteY226" fmla="*/ 386712 h 659900"/>
              <a:gd name="connsiteX227" fmla="*/ 311195 w 595724"/>
              <a:gd name="connsiteY227" fmla="*/ 386742 h 659900"/>
              <a:gd name="connsiteX228" fmla="*/ 298888 w 595724"/>
              <a:gd name="connsiteY228" fmla="*/ 391417 h 659900"/>
              <a:gd name="connsiteX229" fmla="*/ 292765 w 595724"/>
              <a:gd name="connsiteY229" fmla="*/ 404629 h 659900"/>
              <a:gd name="connsiteX230" fmla="*/ 292795 w 595724"/>
              <a:gd name="connsiteY230" fmla="*/ 507576 h 659900"/>
              <a:gd name="connsiteX231" fmla="*/ 292524 w 595724"/>
              <a:gd name="connsiteY231" fmla="*/ 509145 h 659900"/>
              <a:gd name="connsiteX232" fmla="*/ 291981 w 595724"/>
              <a:gd name="connsiteY232" fmla="*/ 510472 h 659900"/>
              <a:gd name="connsiteX233" fmla="*/ 286672 w 595724"/>
              <a:gd name="connsiteY233" fmla="*/ 514122 h 659900"/>
              <a:gd name="connsiteX234" fmla="*/ 280579 w 595724"/>
              <a:gd name="connsiteY234" fmla="*/ 512282 h 659900"/>
              <a:gd name="connsiteX235" fmla="*/ 278437 w 595724"/>
              <a:gd name="connsiteY235" fmla="*/ 506762 h 659900"/>
              <a:gd name="connsiteX236" fmla="*/ 278467 w 595724"/>
              <a:gd name="connsiteY236" fmla="*/ 370182 h 659900"/>
              <a:gd name="connsiteX237" fmla="*/ 278377 w 595724"/>
              <a:gd name="connsiteY237" fmla="*/ 369428 h 659900"/>
              <a:gd name="connsiteX238" fmla="*/ 278498 w 595724"/>
              <a:gd name="connsiteY238" fmla="*/ 368644 h 659900"/>
              <a:gd name="connsiteX239" fmla="*/ 279614 w 595724"/>
              <a:gd name="connsiteY239" fmla="*/ 361556 h 659900"/>
              <a:gd name="connsiteX240" fmla="*/ 282147 w 595724"/>
              <a:gd name="connsiteY240" fmla="*/ 355071 h 659900"/>
              <a:gd name="connsiteX241" fmla="*/ 311345 w 595724"/>
              <a:gd name="connsiteY241" fmla="*/ 337304 h 659900"/>
              <a:gd name="connsiteX242" fmla="*/ 440324 w 595724"/>
              <a:gd name="connsiteY242" fmla="*/ 337304 h 659900"/>
              <a:gd name="connsiteX243" fmla="*/ 447472 w 595724"/>
              <a:gd name="connsiteY243" fmla="*/ 338119 h 659900"/>
              <a:gd name="connsiteX244" fmla="*/ 454078 w 595724"/>
              <a:gd name="connsiteY244" fmla="*/ 340411 h 659900"/>
              <a:gd name="connsiteX245" fmla="*/ 473021 w 595724"/>
              <a:gd name="connsiteY245" fmla="*/ 368735 h 659900"/>
              <a:gd name="connsiteX246" fmla="*/ 473141 w 595724"/>
              <a:gd name="connsiteY246" fmla="*/ 369549 h 659900"/>
              <a:gd name="connsiteX247" fmla="*/ 473081 w 595724"/>
              <a:gd name="connsiteY247" fmla="*/ 370213 h 659900"/>
              <a:gd name="connsiteX248" fmla="*/ 473051 w 595724"/>
              <a:gd name="connsiteY248" fmla="*/ 507546 h 659900"/>
              <a:gd name="connsiteX249" fmla="*/ 470939 w 595724"/>
              <a:gd name="connsiteY249" fmla="*/ 512342 h 659900"/>
              <a:gd name="connsiteX250" fmla="*/ 465661 w 595724"/>
              <a:gd name="connsiteY250" fmla="*/ 514454 h 659900"/>
              <a:gd name="connsiteX251" fmla="*/ 464243 w 595724"/>
              <a:gd name="connsiteY251" fmla="*/ 514272 h 659900"/>
              <a:gd name="connsiteX252" fmla="*/ 462825 w 595724"/>
              <a:gd name="connsiteY252" fmla="*/ 513790 h 659900"/>
              <a:gd name="connsiteX253" fmla="*/ 458693 w 595724"/>
              <a:gd name="connsiteY253" fmla="*/ 507848 h 659900"/>
              <a:gd name="connsiteX254" fmla="*/ 458693 w 595724"/>
              <a:gd name="connsiteY254" fmla="*/ 404719 h 659900"/>
              <a:gd name="connsiteX255" fmla="*/ 452660 w 595724"/>
              <a:gd name="connsiteY255" fmla="*/ 391478 h 659900"/>
              <a:gd name="connsiteX256" fmla="*/ 427655 w 595724"/>
              <a:gd name="connsiteY256" fmla="*/ 391508 h 659900"/>
              <a:gd name="connsiteX257" fmla="*/ 421653 w 595724"/>
              <a:gd name="connsiteY257" fmla="*/ 403664 h 659900"/>
              <a:gd name="connsiteX258" fmla="*/ 421622 w 595724"/>
              <a:gd name="connsiteY258" fmla="*/ 404689 h 659900"/>
              <a:gd name="connsiteX259" fmla="*/ 421622 w 595724"/>
              <a:gd name="connsiteY259" fmla="*/ 605155 h 659900"/>
              <a:gd name="connsiteX260" fmla="*/ 431878 w 595724"/>
              <a:gd name="connsiteY260" fmla="*/ 615410 h 659900"/>
              <a:gd name="connsiteX261" fmla="*/ 442133 w 595724"/>
              <a:gd name="connsiteY261" fmla="*/ 605155 h 659900"/>
              <a:gd name="connsiteX262" fmla="*/ 442133 w 595724"/>
              <a:gd name="connsiteY262" fmla="*/ 521663 h 659900"/>
              <a:gd name="connsiteX263" fmla="*/ 453746 w 595724"/>
              <a:gd name="connsiteY263" fmla="*/ 532220 h 659900"/>
              <a:gd name="connsiteX264" fmla="*/ 459417 w 595724"/>
              <a:gd name="connsiteY264" fmla="*/ 534271 h 659900"/>
              <a:gd name="connsiteX265" fmla="*/ 464394 w 595724"/>
              <a:gd name="connsiteY265" fmla="*/ 534934 h 659900"/>
              <a:gd name="connsiteX266" fmla="*/ 465902 w 595724"/>
              <a:gd name="connsiteY266" fmla="*/ 535055 h 659900"/>
              <a:gd name="connsiteX267" fmla="*/ 485448 w 595724"/>
              <a:gd name="connsiteY267" fmla="*/ 526911 h 659900"/>
              <a:gd name="connsiteX268" fmla="*/ 493532 w 595724"/>
              <a:gd name="connsiteY268" fmla="*/ 508300 h 659900"/>
              <a:gd name="connsiteX269" fmla="*/ 493592 w 595724"/>
              <a:gd name="connsiteY269" fmla="*/ 507305 h 659900"/>
              <a:gd name="connsiteX270" fmla="*/ 493562 w 595724"/>
              <a:gd name="connsiteY270" fmla="*/ 369278 h 659900"/>
              <a:gd name="connsiteX271" fmla="*/ 493622 w 595724"/>
              <a:gd name="connsiteY271" fmla="*/ 367800 h 659900"/>
              <a:gd name="connsiteX272" fmla="*/ 339307 w 595724"/>
              <a:gd name="connsiteY272" fmla="*/ 263978 h 659900"/>
              <a:gd name="connsiteX273" fmla="*/ 375835 w 595724"/>
              <a:gd name="connsiteY273" fmla="*/ 227480 h 659900"/>
              <a:gd name="connsiteX274" fmla="*/ 412332 w 595724"/>
              <a:gd name="connsiteY274" fmla="*/ 263978 h 659900"/>
              <a:gd name="connsiteX275" fmla="*/ 375835 w 595724"/>
              <a:gd name="connsiteY275" fmla="*/ 300505 h 659900"/>
              <a:gd name="connsiteX276" fmla="*/ 339307 w 595724"/>
              <a:gd name="connsiteY276" fmla="*/ 263978 h 659900"/>
              <a:gd name="connsiteX277" fmla="*/ 175098 w 595724"/>
              <a:gd name="connsiteY277" fmla="*/ 263978 h 659900"/>
              <a:gd name="connsiteX278" fmla="*/ 211626 w 595724"/>
              <a:gd name="connsiteY278" fmla="*/ 227480 h 659900"/>
              <a:gd name="connsiteX279" fmla="*/ 248153 w 595724"/>
              <a:gd name="connsiteY279" fmla="*/ 263978 h 659900"/>
              <a:gd name="connsiteX280" fmla="*/ 211626 w 595724"/>
              <a:gd name="connsiteY280" fmla="*/ 300505 h 659900"/>
              <a:gd name="connsiteX281" fmla="*/ 175098 w 595724"/>
              <a:gd name="connsiteY281" fmla="*/ 263978 h 65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</a:cxnLst>
            <a:rect l="l" t="t" r="r" b="b"/>
            <a:pathLst>
              <a:path w="595724" h="659900">
                <a:moveTo>
                  <a:pt x="63765" y="333323"/>
                </a:moveTo>
                <a:cubicBezTo>
                  <a:pt x="60749" y="330699"/>
                  <a:pt x="56828" y="329221"/>
                  <a:pt x="52454" y="329191"/>
                </a:cubicBezTo>
                <a:cubicBezTo>
                  <a:pt x="48804" y="329311"/>
                  <a:pt x="42108" y="330005"/>
                  <a:pt x="38338" y="333323"/>
                </a:cubicBezTo>
                <a:cubicBezTo>
                  <a:pt x="34899" y="336309"/>
                  <a:pt x="32938" y="340622"/>
                  <a:pt x="32938" y="345117"/>
                </a:cubicBezTo>
                <a:lnTo>
                  <a:pt x="32938" y="421068"/>
                </a:lnTo>
                <a:cubicBezTo>
                  <a:pt x="32938" y="421128"/>
                  <a:pt x="32546" y="427251"/>
                  <a:pt x="26664" y="427402"/>
                </a:cubicBezTo>
                <a:cubicBezTo>
                  <a:pt x="21687" y="427251"/>
                  <a:pt x="20511" y="420977"/>
                  <a:pt x="20511" y="420947"/>
                </a:cubicBezTo>
                <a:lnTo>
                  <a:pt x="20511" y="319659"/>
                </a:lnTo>
                <a:cubicBezTo>
                  <a:pt x="20511" y="319478"/>
                  <a:pt x="20511" y="319327"/>
                  <a:pt x="20481" y="319146"/>
                </a:cubicBezTo>
                <a:cubicBezTo>
                  <a:pt x="20511" y="318995"/>
                  <a:pt x="20541" y="318845"/>
                  <a:pt x="20541" y="318664"/>
                </a:cubicBezTo>
                <a:cubicBezTo>
                  <a:pt x="20903" y="310640"/>
                  <a:pt x="25669" y="303491"/>
                  <a:pt x="33029" y="300053"/>
                </a:cubicBezTo>
                <a:cubicBezTo>
                  <a:pt x="34507" y="299359"/>
                  <a:pt x="35924" y="298876"/>
                  <a:pt x="37433" y="298545"/>
                </a:cubicBezTo>
                <a:cubicBezTo>
                  <a:pt x="38941" y="298183"/>
                  <a:pt x="40479" y="298032"/>
                  <a:pt x="42168" y="298032"/>
                </a:cubicBezTo>
                <a:lnTo>
                  <a:pt x="134770" y="298032"/>
                </a:lnTo>
                <a:cubicBezTo>
                  <a:pt x="140440" y="298032"/>
                  <a:pt x="145025" y="293417"/>
                  <a:pt x="145025" y="287746"/>
                </a:cubicBezTo>
                <a:cubicBezTo>
                  <a:pt x="145025" y="282075"/>
                  <a:pt x="140410" y="277461"/>
                  <a:pt x="134770" y="277461"/>
                </a:cubicBezTo>
                <a:lnTo>
                  <a:pt x="113293" y="277491"/>
                </a:lnTo>
                <a:cubicBezTo>
                  <a:pt x="126987" y="269799"/>
                  <a:pt x="136248" y="255140"/>
                  <a:pt x="136248" y="238369"/>
                </a:cubicBezTo>
                <a:cubicBezTo>
                  <a:pt x="136248" y="213635"/>
                  <a:pt x="116129" y="193516"/>
                  <a:pt x="91395" y="193516"/>
                </a:cubicBezTo>
                <a:cubicBezTo>
                  <a:pt x="66661" y="193516"/>
                  <a:pt x="46542" y="213635"/>
                  <a:pt x="46542" y="238369"/>
                </a:cubicBezTo>
                <a:cubicBezTo>
                  <a:pt x="46542" y="255200"/>
                  <a:pt x="55862" y="269890"/>
                  <a:pt x="69617" y="277551"/>
                </a:cubicBezTo>
                <a:lnTo>
                  <a:pt x="43676" y="277581"/>
                </a:lnTo>
                <a:cubicBezTo>
                  <a:pt x="43375" y="277521"/>
                  <a:pt x="43013" y="277491"/>
                  <a:pt x="41987" y="277461"/>
                </a:cubicBezTo>
                <a:cubicBezTo>
                  <a:pt x="38911" y="277491"/>
                  <a:pt x="35834" y="277853"/>
                  <a:pt x="32848" y="278516"/>
                </a:cubicBezTo>
                <a:cubicBezTo>
                  <a:pt x="30012" y="279180"/>
                  <a:pt x="27147" y="280145"/>
                  <a:pt x="24312" y="281442"/>
                </a:cubicBezTo>
                <a:cubicBezTo>
                  <a:pt x="10014" y="288199"/>
                  <a:pt x="724" y="302104"/>
                  <a:pt x="60" y="317759"/>
                </a:cubicBezTo>
                <a:cubicBezTo>
                  <a:pt x="60" y="317789"/>
                  <a:pt x="30" y="318694"/>
                  <a:pt x="30" y="318694"/>
                </a:cubicBezTo>
                <a:cubicBezTo>
                  <a:pt x="30" y="318724"/>
                  <a:pt x="0" y="319599"/>
                  <a:pt x="0" y="319629"/>
                </a:cubicBezTo>
                <a:lnTo>
                  <a:pt x="0" y="420947"/>
                </a:lnTo>
                <a:cubicBezTo>
                  <a:pt x="0" y="428729"/>
                  <a:pt x="2624" y="435305"/>
                  <a:pt x="7541" y="439920"/>
                </a:cubicBezTo>
                <a:cubicBezTo>
                  <a:pt x="15474" y="447370"/>
                  <a:pt x="26001" y="447310"/>
                  <a:pt x="29017" y="447099"/>
                </a:cubicBezTo>
                <a:cubicBezTo>
                  <a:pt x="36286" y="446616"/>
                  <a:pt x="43857" y="443781"/>
                  <a:pt x="48623" y="437567"/>
                </a:cubicBezTo>
                <a:lnTo>
                  <a:pt x="48623" y="539821"/>
                </a:lnTo>
                <a:cubicBezTo>
                  <a:pt x="48623" y="545492"/>
                  <a:pt x="53238" y="550076"/>
                  <a:pt x="58879" y="550076"/>
                </a:cubicBezTo>
                <a:cubicBezTo>
                  <a:pt x="64519" y="550076"/>
                  <a:pt x="69134" y="545461"/>
                  <a:pt x="69134" y="539821"/>
                </a:cubicBezTo>
                <a:lnTo>
                  <a:pt x="69134" y="345087"/>
                </a:lnTo>
                <a:cubicBezTo>
                  <a:pt x="69134" y="345026"/>
                  <a:pt x="69104" y="344152"/>
                  <a:pt x="69104" y="344091"/>
                </a:cubicBezTo>
                <a:cubicBezTo>
                  <a:pt x="68863" y="340019"/>
                  <a:pt x="66932" y="336098"/>
                  <a:pt x="63765" y="333323"/>
                </a:cubicBezTo>
                <a:close/>
                <a:moveTo>
                  <a:pt x="67083" y="238339"/>
                </a:moveTo>
                <a:cubicBezTo>
                  <a:pt x="67083" y="224946"/>
                  <a:pt x="77972" y="214057"/>
                  <a:pt x="91365" y="214057"/>
                </a:cubicBezTo>
                <a:cubicBezTo>
                  <a:pt x="104787" y="214057"/>
                  <a:pt x="115676" y="224946"/>
                  <a:pt x="115676" y="238339"/>
                </a:cubicBezTo>
                <a:cubicBezTo>
                  <a:pt x="115676" y="251761"/>
                  <a:pt x="104757" y="262650"/>
                  <a:pt x="91365" y="262650"/>
                </a:cubicBezTo>
                <a:cubicBezTo>
                  <a:pt x="77972" y="262650"/>
                  <a:pt x="67083" y="251761"/>
                  <a:pt x="67083" y="238339"/>
                </a:cubicBezTo>
                <a:close/>
                <a:moveTo>
                  <a:pt x="3589" y="319599"/>
                </a:moveTo>
                <a:lnTo>
                  <a:pt x="6938" y="318181"/>
                </a:lnTo>
                <a:cubicBezTo>
                  <a:pt x="6726" y="318633"/>
                  <a:pt x="6636" y="319146"/>
                  <a:pt x="6636" y="319659"/>
                </a:cubicBezTo>
                <a:lnTo>
                  <a:pt x="3589" y="319599"/>
                </a:lnTo>
                <a:close/>
                <a:moveTo>
                  <a:pt x="595634" y="318694"/>
                </a:moveTo>
                <a:cubicBezTo>
                  <a:pt x="595634" y="318664"/>
                  <a:pt x="595604" y="317759"/>
                  <a:pt x="595604" y="317759"/>
                </a:cubicBezTo>
                <a:cubicBezTo>
                  <a:pt x="594941" y="302104"/>
                  <a:pt x="585650" y="288168"/>
                  <a:pt x="571323" y="281412"/>
                </a:cubicBezTo>
                <a:cubicBezTo>
                  <a:pt x="568518" y="280115"/>
                  <a:pt x="565652" y="279150"/>
                  <a:pt x="562817" y="278486"/>
                </a:cubicBezTo>
                <a:cubicBezTo>
                  <a:pt x="559831" y="277822"/>
                  <a:pt x="556784" y="277461"/>
                  <a:pt x="553707" y="277430"/>
                </a:cubicBezTo>
                <a:cubicBezTo>
                  <a:pt x="553496" y="277521"/>
                  <a:pt x="552863" y="277461"/>
                  <a:pt x="552622" y="277521"/>
                </a:cubicBezTo>
                <a:lnTo>
                  <a:pt x="526138" y="277491"/>
                </a:lnTo>
                <a:cubicBezTo>
                  <a:pt x="539863" y="269799"/>
                  <a:pt x="549153" y="255140"/>
                  <a:pt x="549153" y="238339"/>
                </a:cubicBezTo>
                <a:cubicBezTo>
                  <a:pt x="549153" y="213605"/>
                  <a:pt x="529034" y="193486"/>
                  <a:pt x="504300" y="193486"/>
                </a:cubicBezTo>
                <a:cubicBezTo>
                  <a:pt x="479566" y="193486"/>
                  <a:pt x="459447" y="213605"/>
                  <a:pt x="459447" y="238339"/>
                </a:cubicBezTo>
                <a:cubicBezTo>
                  <a:pt x="459447" y="255109"/>
                  <a:pt x="468707" y="269769"/>
                  <a:pt x="482371" y="277461"/>
                </a:cubicBezTo>
                <a:lnTo>
                  <a:pt x="460925" y="277430"/>
                </a:lnTo>
                <a:cubicBezTo>
                  <a:pt x="455254" y="277430"/>
                  <a:pt x="450670" y="282045"/>
                  <a:pt x="450670" y="287716"/>
                </a:cubicBezTo>
                <a:cubicBezTo>
                  <a:pt x="450670" y="293387"/>
                  <a:pt x="455285" y="298002"/>
                  <a:pt x="460925" y="298002"/>
                </a:cubicBezTo>
                <a:lnTo>
                  <a:pt x="553527" y="298002"/>
                </a:lnTo>
                <a:cubicBezTo>
                  <a:pt x="555216" y="298002"/>
                  <a:pt x="556754" y="298183"/>
                  <a:pt x="558322" y="298514"/>
                </a:cubicBezTo>
                <a:cubicBezTo>
                  <a:pt x="559770" y="298846"/>
                  <a:pt x="561188" y="299329"/>
                  <a:pt x="562666" y="299992"/>
                </a:cubicBezTo>
                <a:cubicBezTo>
                  <a:pt x="570026" y="303431"/>
                  <a:pt x="574792" y="310580"/>
                  <a:pt x="575154" y="318603"/>
                </a:cubicBezTo>
                <a:cubicBezTo>
                  <a:pt x="575154" y="318754"/>
                  <a:pt x="575184" y="318935"/>
                  <a:pt x="575214" y="319086"/>
                </a:cubicBezTo>
                <a:cubicBezTo>
                  <a:pt x="575184" y="319237"/>
                  <a:pt x="575184" y="319418"/>
                  <a:pt x="575184" y="319599"/>
                </a:cubicBezTo>
                <a:lnTo>
                  <a:pt x="575184" y="420857"/>
                </a:lnTo>
                <a:cubicBezTo>
                  <a:pt x="575184" y="420917"/>
                  <a:pt x="574430" y="427131"/>
                  <a:pt x="569030" y="427342"/>
                </a:cubicBezTo>
                <a:cubicBezTo>
                  <a:pt x="563179" y="427191"/>
                  <a:pt x="562756" y="421098"/>
                  <a:pt x="562756" y="421098"/>
                </a:cubicBezTo>
                <a:lnTo>
                  <a:pt x="562756" y="345087"/>
                </a:lnTo>
                <a:cubicBezTo>
                  <a:pt x="562756" y="340562"/>
                  <a:pt x="560796" y="336279"/>
                  <a:pt x="557387" y="333323"/>
                </a:cubicBezTo>
                <a:cubicBezTo>
                  <a:pt x="553617" y="329975"/>
                  <a:pt x="546921" y="329311"/>
                  <a:pt x="542999" y="329191"/>
                </a:cubicBezTo>
                <a:cubicBezTo>
                  <a:pt x="538897" y="329221"/>
                  <a:pt x="534946" y="330699"/>
                  <a:pt x="531930" y="333353"/>
                </a:cubicBezTo>
                <a:cubicBezTo>
                  <a:pt x="528793" y="336128"/>
                  <a:pt x="526862" y="340049"/>
                  <a:pt x="526621" y="344061"/>
                </a:cubicBezTo>
                <a:cubicBezTo>
                  <a:pt x="526621" y="344152"/>
                  <a:pt x="526591" y="345026"/>
                  <a:pt x="526591" y="345117"/>
                </a:cubicBezTo>
                <a:lnTo>
                  <a:pt x="526591" y="539851"/>
                </a:lnTo>
                <a:cubicBezTo>
                  <a:pt x="526591" y="545522"/>
                  <a:pt x="531206" y="550107"/>
                  <a:pt x="536846" y="550107"/>
                </a:cubicBezTo>
                <a:cubicBezTo>
                  <a:pt x="542517" y="550107"/>
                  <a:pt x="547132" y="545492"/>
                  <a:pt x="547132" y="539851"/>
                </a:cubicBezTo>
                <a:lnTo>
                  <a:pt x="547132" y="437597"/>
                </a:lnTo>
                <a:cubicBezTo>
                  <a:pt x="551898" y="443811"/>
                  <a:pt x="559469" y="446646"/>
                  <a:pt x="566738" y="447129"/>
                </a:cubicBezTo>
                <a:cubicBezTo>
                  <a:pt x="569694" y="447340"/>
                  <a:pt x="580251" y="447400"/>
                  <a:pt x="588184" y="439950"/>
                </a:cubicBezTo>
                <a:cubicBezTo>
                  <a:pt x="593131" y="435305"/>
                  <a:pt x="595725" y="428760"/>
                  <a:pt x="595725" y="420977"/>
                </a:cubicBezTo>
                <a:lnTo>
                  <a:pt x="595725" y="319659"/>
                </a:lnTo>
                <a:lnTo>
                  <a:pt x="595634" y="318694"/>
                </a:lnTo>
                <a:close/>
                <a:moveTo>
                  <a:pt x="479928" y="238339"/>
                </a:moveTo>
                <a:cubicBezTo>
                  <a:pt x="479928" y="224946"/>
                  <a:pt x="490847" y="214057"/>
                  <a:pt x="504240" y="214057"/>
                </a:cubicBezTo>
                <a:cubicBezTo>
                  <a:pt x="517632" y="214057"/>
                  <a:pt x="528521" y="224946"/>
                  <a:pt x="528521" y="238339"/>
                </a:cubicBezTo>
                <a:cubicBezTo>
                  <a:pt x="528521" y="251761"/>
                  <a:pt x="517632" y="262650"/>
                  <a:pt x="504240" y="262650"/>
                </a:cubicBezTo>
                <a:cubicBezTo>
                  <a:pt x="490847" y="262650"/>
                  <a:pt x="479928" y="251761"/>
                  <a:pt x="479928" y="238339"/>
                </a:cubicBezTo>
                <a:close/>
                <a:moveTo>
                  <a:pt x="126927" y="39744"/>
                </a:moveTo>
                <a:lnTo>
                  <a:pt x="194975" y="177168"/>
                </a:lnTo>
                <a:lnTo>
                  <a:pt x="197871" y="182989"/>
                </a:lnTo>
                <a:cubicBezTo>
                  <a:pt x="199078" y="185462"/>
                  <a:pt x="201189" y="187302"/>
                  <a:pt x="203813" y="188147"/>
                </a:cubicBezTo>
                <a:cubicBezTo>
                  <a:pt x="206438" y="189022"/>
                  <a:pt x="209213" y="188811"/>
                  <a:pt x="211656" y="187574"/>
                </a:cubicBezTo>
                <a:cubicBezTo>
                  <a:pt x="214129" y="186337"/>
                  <a:pt x="215939" y="184226"/>
                  <a:pt x="216814" y="181602"/>
                </a:cubicBezTo>
                <a:cubicBezTo>
                  <a:pt x="217688" y="179008"/>
                  <a:pt x="217477" y="176202"/>
                  <a:pt x="216241" y="173759"/>
                </a:cubicBezTo>
                <a:lnTo>
                  <a:pt x="145357" y="30604"/>
                </a:lnTo>
                <a:cubicBezTo>
                  <a:pt x="145206" y="30272"/>
                  <a:pt x="145055" y="29820"/>
                  <a:pt x="144935" y="29307"/>
                </a:cubicBezTo>
                <a:cubicBezTo>
                  <a:pt x="144844" y="28855"/>
                  <a:pt x="144814" y="28372"/>
                  <a:pt x="144844" y="27739"/>
                </a:cubicBezTo>
                <a:cubicBezTo>
                  <a:pt x="144874" y="24964"/>
                  <a:pt x="146413" y="22520"/>
                  <a:pt x="148856" y="21284"/>
                </a:cubicBezTo>
                <a:cubicBezTo>
                  <a:pt x="150575" y="20439"/>
                  <a:pt x="152536" y="20318"/>
                  <a:pt x="154376" y="20952"/>
                </a:cubicBezTo>
                <a:cubicBezTo>
                  <a:pt x="156246" y="21585"/>
                  <a:pt x="157724" y="22852"/>
                  <a:pt x="158538" y="24541"/>
                </a:cubicBezTo>
                <a:lnTo>
                  <a:pt x="209846" y="128152"/>
                </a:lnTo>
                <a:cubicBezTo>
                  <a:pt x="222575" y="150171"/>
                  <a:pt x="232287" y="163685"/>
                  <a:pt x="269298" y="163685"/>
                </a:cubicBezTo>
                <a:lnTo>
                  <a:pt x="307032" y="163685"/>
                </a:lnTo>
                <a:cubicBezTo>
                  <a:pt x="344042" y="163685"/>
                  <a:pt x="353815" y="150051"/>
                  <a:pt x="366786" y="127579"/>
                </a:cubicBezTo>
                <a:lnTo>
                  <a:pt x="417822" y="24511"/>
                </a:lnTo>
                <a:cubicBezTo>
                  <a:pt x="418636" y="22822"/>
                  <a:pt x="420114" y="21555"/>
                  <a:pt x="422015" y="20922"/>
                </a:cubicBezTo>
                <a:cubicBezTo>
                  <a:pt x="423855" y="20288"/>
                  <a:pt x="425785" y="20409"/>
                  <a:pt x="427504" y="21284"/>
                </a:cubicBezTo>
                <a:cubicBezTo>
                  <a:pt x="429948" y="22490"/>
                  <a:pt x="431516" y="24964"/>
                  <a:pt x="431546" y="27678"/>
                </a:cubicBezTo>
                <a:cubicBezTo>
                  <a:pt x="431546" y="28251"/>
                  <a:pt x="431486" y="28824"/>
                  <a:pt x="431456" y="29126"/>
                </a:cubicBezTo>
                <a:cubicBezTo>
                  <a:pt x="431335" y="29639"/>
                  <a:pt x="431214" y="30121"/>
                  <a:pt x="431003" y="30544"/>
                </a:cubicBezTo>
                <a:lnTo>
                  <a:pt x="359245" y="175418"/>
                </a:lnTo>
                <a:cubicBezTo>
                  <a:pt x="358008" y="177891"/>
                  <a:pt x="357797" y="180667"/>
                  <a:pt x="358672" y="183291"/>
                </a:cubicBezTo>
                <a:cubicBezTo>
                  <a:pt x="359546" y="185885"/>
                  <a:pt x="361386" y="188026"/>
                  <a:pt x="363799" y="189233"/>
                </a:cubicBezTo>
                <a:cubicBezTo>
                  <a:pt x="365247" y="189957"/>
                  <a:pt x="366786" y="190349"/>
                  <a:pt x="368414" y="190349"/>
                </a:cubicBezTo>
                <a:cubicBezTo>
                  <a:pt x="372305" y="190349"/>
                  <a:pt x="375835" y="188177"/>
                  <a:pt x="377614" y="184648"/>
                </a:cubicBezTo>
                <a:lnTo>
                  <a:pt x="448830" y="40679"/>
                </a:lnTo>
                <a:cubicBezTo>
                  <a:pt x="449101" y="40287"/>
                  <a:pt x="449342" y="39864"/>
                  <a:pt x="449735" y="39140"/>
                </a:cubicBezTo>
                <a:cubicBezTo>
                  <a:pt x="450489" y="37421"/>
                  <a:pt x="451092" y="35521"/>
                  <a:pt x="451575" y="33319"/>
                </a:cubicBezTo>
                <a:cubicBezTo>
                  <a:pt x="451967" y="31388"/>
                  <a:pt x="452148" y="29398"/>
                  <a:pt x="452117" y="27437"/>
                </a:cubicBezTo>
                <a:cubicBezTo>
                  <a:pt x="451967" y="16940"/>
                  <a:pt x="446085" y="7559"/>
                  <a:pt x="436704" y="2884"/>
                </a:cubicBezTo>
                <a:cubicBezTo>
                  <a:pt x="430068" y="-404"/>
                  <a:pt x="422527" y="-886"/>
                  <a:pt x="415469" y="1466"/>
                </a:cubicBezTo>
                <a:cubicBezTo>
                  <a:pt x="408411" y="3849"/>
                  <a:pt x="402710" y="8796"/>
                  <a:pt x="399422" y="15462"/>
                </a:cubicBezTo>
                <a:lnTo>
                  <a:pt x="348748" y="117867"/>
                </a:lnTo>
                <a:cubicBezTo>
                  <a:pt x="338583" y="135452"/>
                  <a:pt x="334511" y="142480"/>
                  <a:pt x="310471" y="143053"/>
                </a:cubicBezTo>
                <a:cubicBezTo>
                  <a:pt x="331102" y="134366"/>
                  <a:pt x="345611" y="113945"/>
                  <a:pt x="345611" y="90207"/>
                </a:cubicBezTo>
                <a:cubicBezTo>
                  <a:pt x="345611" y="58596"/>
                  <a:pt x="319882" y="32897"/>
                  <a:pt x="288271" y="32897"/>
                </a:cubicBezTo>
                <a:cubicBezTo>
                  <a:pt x="256659" y="32897"/>
                  <a:pt x="230960" y="58596"/>
                  <a:pt x="230960" y="90207"/>
                </a:cubicBezTo>
                <a:cubicBezTo>
                  <a:pt x="230960" y="113945"/>
                  <a:pt x="245469" y="134366"/>
                  <a:pt x="266070" y="143053"/>
                </a:cubicBezTo>
                <a:cubicBezTo>
                  <a:pt x="242000" y="142510"/>
                  <a:pt x="237988" y="135572"/>
                  <a:pt x="228034" y="118470"/>
                </a:cubicBezTo>
                <a:lnTo>
                  <a:pt x="177058" y="15432"/>
                </a:lnTo>
                <a:cubicBezTo>
                  <a:pt x="173801" y="8796"/>
                  <a:pt x="168070" y="3849"/>
                  <a:pt x="160981" y="1466"/>
                </a:cubicBezTo>
                <a:cubicBezTo>
                  <a:pt x="153863" y="-886"/>
                  <a:pt x="146322" y="-374"/>
                  <a:pt x="139747" y="2914"/>
                </a:cubicBezTo>
                <a:cubicBezTo>
                  <a:pt x="130396" y="7559"/>
                  <a:pt x="124484" y="16940"/>
                  <a:pt x="124333" y="27437"/>
                </a:cubicBezTo>
                <a:cubicBezTo>
                  <a:pt x="124303" y="29669"/>
                  <a:pt x="124484" y="31630"/>
                  <a:pt x="124876" y="33379"/>
                </a:cubicBezTo>
                <a:cubicBezTo>
                  <a:pt x="125298" y="35672"/>
                  <a:pt x="125932" y="37662"/>
                  <a:pt x="126927" y="39744"/>
                </a:cubicBezTo>
                <a:close/>
                <a:moveTo>
                  <a:pt x="446417" y="37753"/>
                </a:moveTo>
                <a:lnTo>
                  <a:pt x="446417" y="37753"/>
                </a:lnTo>
                <a:lnTo>
                  <a:pt x="446417" y="37753"/>
                </a:lnTo>
                <a:cubicBezTo>
                  <a:pt x="446417" y="37753"/>
                  <a:pt x="446417" y="37753"/>
                  <a:pt x="446417" y="37753"/>
                </a:cubicBezTo>
                <a:close/>
                <a:moveTo>
                  <a:pt x="251441" y="90297"/>
                </a:moveTo>
                <a:cubicBezTo>
                  <a:pt x="251441" y="70028"/>
                  <a:pt x="267940" y="53558"/>
                  <a:pt x="288210" y="53558"/>
                </a:cubicBezTo>
                <a:cubicBezTo>
                  <a:pt x="308480" y="53558"/>
                  <a:pt x="324979" y="70058"/>
                  <a:pt x="324979" y="90297"/>
                </a:cubicBezTo>
                <a:cubicBezTo>
                  <a:pt x="324979" y="110567"/>
                  <a:pt x="308480" y="127066"/>
                  <a:pt x="288210" y="127066"/>
                </a:cubicBezTo>
                <a:cubicBezTo>
                  <a:pt x="267910" y="127036"/>
                  <a:pt x="251441" y="110567"/>
                  <a:pt x="251441" y="90297"/>
                </a:cubicBezTo>
                <a:close/>
                <a:moveTo>
                  <a:pt x="279071" y="560302"/>
                </a:moveTo>
                <a:cubicBezTo>
                  <a:pt x="273400" y="560302"/>
                  <a:pt x="268815" y="564917"/>
                  <a:pt x="268815" y="570587"/>
                </a:cubicBezTo>
                <a:lnTo>
                  <a:pt x="268906" y="649645"/>
                </a:lnTo>
                <a:cubicBezTo>
                  <a:pt x="268906" y="655316"/>
                  <a:pt x="273521" y="659901"/>
                  <a:pt x="279161" y="659901"/>
                </a:cubicBezTo>
                <a:lnTo>
                  <a:pt x="279191" y="659901"/>
                </a:lnTo>
                <a:cubicBezTo>
                  <a:pt x="281936" y="659901"/>
                  <a:pt x="284530" y="658815"/>
                  <a:pt x="286461" y="656854"/>
                </a:cubicBezTo>
                <a:cubicBezTo>
                  <a:pt x="288391" y="654894"/>
                  <a:pt x="289447" y="652300"/>
                  <a:pt x="289447" y="649585"/>
                </a:cubicBezTo>
                <a:lnTo>
                  <a:pt x="289387" y="570527"/>
                </a:lnTo>
                <a:cubicBezTo>
                  <a:pt x="289356" y="564917"/>
                  <a:pt x="284711" y="560302"/>
                  <a:pt x="279071" y="560302"/>
                </a:cubicBezTo>
                <a:close/>
                <a:moveTo>
                  <a:pt x="493622" y="367800"/>
                </a:moveTo>
                <a:cubicBezTo>
                  <a:pt x="492717" y="347922"/>
                  <a:pt x="480923" y="330276"/>
                  <a:pt x="462856" y="321770"/>
                </a:cubicBezTo>
                <a:cubicBezTo>
                  <a:pt x="459447" y="320142"/>
                  <a:pt x="455797" y="318905"/>
                  <a:pt x="452057" y="318030"/>
                </a:cubicBezTo>
                <a:cubicBezTo>
                  <a:pt x="448226" y="317155"/>
                  <a:pt x="444245" y="316703"/>
                  <a:pt x="440263" y="316703"/>
                </a:cubicBezTo>
                <a:lnTo>
                  <a:pt x="397643" y="316703"/>
                </a:lnTo>
                <a:cubicBezTo>
                  <a:pt x="418335" y="308106"/>
                  <a:pt x="432903" y="287716"/>
                  <a:pt x="432903" y="263947"/>
                </a:cubicBezTo>
                <a:cubicBezTo>
                  <a:pt x="432903" y="232487"/>
                  <a:pt x="407295" y="206878"/>
                  <a:pt x="375835" y="206878"/>
                </a:cubicBezTo>
                <a:cubicBezTo>
                  <a:pt x="344374" y="206878"/>
                  <a:pt x="318766" y="232487"/>
                  <a:pt x="318766" y="263947"/>
                </a:cubicBezTo>
                <a:cubicBezTo>
                  <a:pt x="318766" y="287716"/>
                  <a:pt x="333365" y="308106"/>
                  <a:pt x="354027" y="316703"/>
                </a:cubicBezTo>
                <a:lnTo>
                  <a:pt x="311406" y="316703"/>
                </a:lnTo>
                <a:cubicBezTo>
                  <a:pt x="305252" y="316703"/>
                  <a:pt x="299310" y="317759"/>
                  <a:pt x="293700" y="319719"/>
                </a:cubicBezTo>
                <a:cubicBezTo>
                  <a:pt x="288029" y="317729"/>
                  <a:pt x="282117" y="316703"/>
                  <a:pt x="276024" y="316703"/>
                </a:cubicBezTo>
                <a:lnTo>
                  <a:pt x="233404" y="316703"/>
                </a:lnTo>
                <a:cubicBezTo>
                  <a:pt x="254096" y="308106"/>
                  <a:pt x="268664" y="287716"/>
                  <a:pt x="268664" y="263947"/>
                </a:cubicBezTo>
                <a:cubicBezTo>
                  <a:pt x="268664" y="232487"/>
                  <a:pt x="243056" y="206878"/>
                  <a:pt x="211595" y="206878"/>
                </a:cubicBezTo>
                <a:cubicBezTo>
                  <a:pt x="180135" y="206878"/>
                  <a:pt x="154527" y="232487"/>
                  <a:pt x="154527" y="263947"/>
                </a:cubicBezTo>
                <a:cubicBezTo>
                  <a:pt x="154527" y="287686"/>
                  <a:pt x="169095" y="308106"/>
                  <a:pt x="189787" y="316703"/>
                </a:cubicBezTo>
                <a:lnTo>
                  <a:pt x="146986" y="316703"/>
                </a:lnTo>
                <a:cubicBezTo>
                  <a:pt x="143064" y="316733"/>
                  <a:pt x="139143" y="317186"/>
                  <a:pt x="135343" y="318060"/>
                </a:cubicBezTo>
                <a:cubicBezTo>
                  <a:pt x="131633" y="318905"/>
                  <a:pt x="127983" y="320172"/>
                  <a:pt x="124574" y="321801"/>
                </a:cubicBezTo>
                <a:cubicBezTo>
                  <a:pt x="106476" y="330337"/>
                  <a:pt x="94713" y="347982"/>
                  <a:pt x="93808" y="367860"/>
                </a:cubicBezTo>
                <a:lnTo>
                  <a:pt x="93778" y="368976"/>
                </a:lnTo>
                <a:cubicBezTo>
                  <a:pt x="93778" y="369036"/>
                  <a:pt x="93747" y="370152"/>
                  <a:pt x="93747" y="370182"/>
                </a:cubicBezTo>
                <a:lnTo>
                  <a:pt x="93838" y="506128"/>
                </a:lnTo>
                <a:cubicBezTo>
                  <a:pt x="93808" y="506340"/>
                  <a:pt x="93747" y="507063"/>
                  <a:pt x="93747" y="507275"/>
                </a:cubicBezTo>
                <a:cubicBezTo>
                  <a:pt x="93778" y="514695"/>
                  <a:pt x="96704" y="521663"/>
                  <a:pt x="101892" y="526820"/>
                </a:cubicBezTo>
                <a:cubicBezTo>
                  <a:pt x="107050" y="532009"/>
                  <a:pt x="113897" y="534904"/>
                  <a:pt x="120864" y="534934"/>
                </a:cubicBezTo>
                <a:cubicBezTo>
                  <a:pt x="121045" y="534965"/>
                  <a:pt x="121739" y="534934"/>
                  <a:pt x="121920" y="534965"/>
                </a:cubicBezTo>
                <a:cubicBezTo>
                  <a:pt x="124092" y="534904"/>
                  <a:pt x="126052" y="534663"/>
                  <a:pt x="127892" y="534210"/>
                </a:cubicBezTo>
                <a:cubicBezTo>
                  <a:pt x="129823" y="533758"/>
                  <a:pt x="131693" y="533064"/>
                  <a:pt x="133503" y="532190"/>
                </a:cubicBezTo>
                <a:cubicBezTo>
                  <a:pt x="138449" y="529807"/>
                  <a:pt x="142431" y="526097"/>
                  <a:pt x="145176" y="521572"/>
                </a:cubicBezTo>
                <a:lnTo>
                  <a:pt x="145176" y="610041"/>
                </a:lnTo>
                <a:cubicBezTo>
                  <a:pt x="145176" y="615712"/>
                  <a:pt x="149791" y="620297"/>
                  <a:pt x="155431" y="620297"/>
                </a:cubicBezTo>
                <a:cubicBezTo>
                  <a:pt x="161102" y="620297"/>
                  <a:pt x="165687" y="615682"/>
                  <a:pt x="165687" y="610041"/>
                </a:cubicBezTo>
                <a:lnTo>
                  <a:pt x="165687" y="404659"/>
                </a:lnTo>
                <a:cubicBezTo>
                  <a:pt x="165687" y="404599"/>
                  <a:pt x="165657" y="403784"/>
                  <a:pt x="165657" y="403724"/>
                </a:cubicBezTo>
                <a:cubicBezTo>
                  <a:pt x="165415" y="398988"/>
                  <a:pt x="163244" y="394645"/>
                  <a:pt x="159654" y="391448"/>
                </a:cubicBezTo>
                <a:cubicBezTo>
                  <a:pt x="152868" y="385445"/>
                  <a:pt x="141647" y="385355"/>
                  <a:pt x="134619" y="391417"/>
                </a:cubicBezTo>
                <a:cubicBezTo>
                  <a:pt x="130788" y="394796"/>
                  <a:pt x="128616" y="399622"/>
                  <a:pt x="128616" y="404629"/>
                </a:cubicBezTo>
                <a:lnTo>
                  <a:pt x="128616" y="507456"/>
                </a:lnTo>
                <a:cubicBezTo>
                  <a:pt x="128526" y="510110"/>
                  <a:pt x="126987" y="512523"/>
                  <a:pt x="124484" y="513699"/>
                </a:cubicBezTo>
                <a:cubicBezTo>
                  <a:pt x="124031" y="513911"/>
                  <a:pt x="123579" y="514092"/>
                  <a:pt x="123187" y="514182"/>
                </a:cubicBezTo>
                <a:cubicBezTo>
                  <a:pt x="122614" y="514303"/>
                  <a:pt x="122010" y="514393"/>
                  <a:pt x="122222" y="514393"/>
                </a:cubicBezTo>
                <a:cubicBezTo>
                  <a:pt x="122161" y="514393"/>
                  <a:pt x="121287" y="514393"/>
                  <a:pt x="121226" y="514393"/>
                </a:cubicBezTo>
                <a:cubicBezTo>
                  <a:pt x="119386" y="514333"/>
                  <a:pt x="117697" y="513579"/>
                  <a:pt x="116370" y="512252"/>
                </a:cubicBezTo>
                <a:cubicBezTo>
                  <a:pt x="115013" y="510894"/>
                  <a:pt x="114289" y="509115"/>
                  <a:pt x="114259" y="506702"/>
                </a:cubicBezTo>
                <a:lnTo>
                  <a:pt x="114289" y="370182"/>
                </a:lnTo>
                <a:lnTo>
                  <a:pt x="114289" y="368674"/>
                </a:lnTo>
                <a:cubicBezTo>
                  <a:pt x="114832" y="356428"/>
                  <a:pt x="122101" y="345569"/>
                  <a:pt x="133201" y="340351"/>
                </a:cubicBezTo>
                <a:cubicBezTo>
                  <a:pt x="135433" y="339325"/>
                  <a:pt x="137695" y="338571"/>
                  <a:pt x="139897" y="338059"/>
                </a:cubicBezTo>
                <a:cubicBezTo>
                  <a:pt x="142250" y="337516"/>
                  <a:pt x="144633" y="337274"/>
                  <a:pt x="147167" y="337274"/>
                </a:cubicBezTo>
                <a:lnTo>
                  <a:pt x="269298" y="337274"/>
                </a:lnTo>
                <a:cubicBezTo>
                  <a:pt x="267307" y="339808"/>
                  <a:pt x="265527" y="342553"/>
                  <a:pt x="263989" y="345479"/>
                </a:cubicBezTo>
                <a:cubicBezTo>
                  <a:pt x="262240" y="348767"/>
                  <a:pt x="260822" y="352356"/>
                  <a:pt x="259827" y="356126"/>
                </a:cubicBezTo>
                <a:cubicBezTo>
                  <a:pt x="258801" y="359836"/>
                  <a:pt x="258198" y="363697"/>
                  <a:pt x="257987" y="367558"/>
                </a:cubicBezTo>
                <a:cubicBezTo>
                  <a:pt x="257987" y="367619"/>
                  <a:pt x="257956" y="368976"/>
                  <a:pt x="257956" y="369066"/>
                </a:cubicBezTo>
                <a:lnTo>
                  <a:pt x="257926" y="370152"/>
                </a:lnTo>
                <a:lnTo>
                  <a:pt x="258017" y="506128"/>
                </a:lnTo>
                <a:cubicBezTo>
                  <a:pt x="257987" y="506340"/>
                  <a:pt x="257926" y="507063"/>
                  <a:pt x="257926" y="507275"/>
                </a:cubicBezTo>
                <a:cubicBezTo>
                  <a:pt x="257926" y="514604"/>
                  <a:pt x="260822" y="521542"/>
                  <a:pt x="266070" y="526790"/>
                </a:cubicBezTo>
                <a:cubicBezTo>
                  <a:pt x="271319" y="532069"/>
                  <a:pt x="278256" y="534965"/>
                  <a:pt x="285677" y="534965"/>
                </a:cubicBezTo>
                <a:cubicBezTo>
                  <a:pt x="295510" y="534965"/>
                  <a:pt x="304468" y="529776"/>
                  <a:pt x="309475" y="521361"/>
                </a:cubicBezTo>
                <a:lnTo>
                  <a:pt x="309566" y="649434"/>
                </a:lnTo>
                <a:cubicBezTo>
                  <a:pt x="309566" y="655105"/>
                  <a:pt x="314181" y="659690"/>
                  <a:pt x="319821" y="659690"/>
                </a:cubicBezTo>
                <a:lnTo>
                  <a:pt x="319852" y="659690"/>
                </a:lnTo>
                <a:cubicBezTo>
                  <a:pt x="322596" y="659690"/>
                  <a:pt x="325160" y="658604"/>
                  <a:pt x="327121" y="656643"/>
                </a:cubicBezTo>
                <a:cubicBezTo>
                  <a:pt x="329051" y="654683"/>
                  <a:pt x="330107" y="652119"/>
                  <a:pt x="330107" y="649404"/>
                </a:cubicBezTo>
                <a:lnTo>
                  <a:pt x="329896" y="404508"/>
                </a:lnTo>
                <a:cubicBezTo>
                  <a:pt x="329866" y="399531"/>
                  <a:pt x="327664" y="394735"/>
                  <a:pt x="323833" y="391357"/>
                </a:cubicBezTo>
                <a:cubicBezTo>
                  <a:pt x="320455" y="388371"/>
                  <a:pt x="316051" y="386742"/>
                  <a:pt x="311436" y="386712"/>
                </a:cubicBezTo>
                <a:cubicBezTo>
                  <a:pt x="311436" y="386712"/>
                  <a:pt x="311436" y="386712"/>
                  <a:pt x="311406" y="386712"/>
                </a:cubicBezTo>
                <a:cubicBezTo>
                  <a:pt x="311345" y="386712"/>
                  <a:pt x="311255" y="386742"/>
                  <a:pt x="311195" y="386742"/>
                </a:cubicBezTo>
                <a:cubicBezTo>
                  <a:pt x="306640" y="386772"/>
                  <a:pt x="302266" y="388431"/>
                  <a:pt x="298888" y="391417"/>
                </a:cubicBezTo>
                <a:cubicBezTo>
                  <a:pt x="295087" y="394735"/>
                  <a:pt x="292855" y="399531"/>
                  <a:pt x="292765" y="404629"/>
                </a:cubicBezTo>
                <a:lnTo>
                  <a:pt x="292795" y="507576"/>
                </a:lnTo>
                <a:cubicBezTo>
                  <a:pt x="292795" y="507938"/>
                  <a:pt x="292705" y="508481"/>
                  <a:pt x="292524" y="509145"/>
                </a:cubicBezTo>
                <a:cubicBezTo>
                  <a:pt x="292433" y="509537"/>
                  <a:pt x="292252" y="509959"/>
                  <a:pt x="291981" y="510472"/>
                </a:cubicBezTo>
                <a:cubicBezTo>
                  <a:pt x="290985" y="512402"/>
                  <a:pt x="288994" y="513760"/>
                  <a:pt x="286672" y="514122"/>
                </a:cubicBezTo>
                <a:cubicBezTo>
                  <a:pt x="284349" y="514484"/>
                  <a:pt x="282087" y="513820"/>
                  <a:pt x="280579" y="512282"/>
                </a:cubicBezTo>
                <a:cubicBezTo>
                  <a:pt x="279222" y="510924"/>
                  <a:pt x="278467" y="509145"/>
                  <a:pt x="278437" y="506762"/>
                </a:cubicBezTo>
                <a:lnTo>
                  <a:pt x="278467" y="370182"/>
                </a:lnTo>
                <a:cubicBezTo>
                  <a:pt x="278467" y="369941"/>
                  <a:pt x="278437" y="369670"/>
                  <a:pt x="278377" y="369428"/>
                </a:cubicBezTo>
                <a:cubicBezTo>
                  <a:pt x="278437" y="369187"/>
                  <a:pt x="278498" y="368916"/>
                  <a:pt x="278498" y="368644"/>
                </a:cubicBezTo>
                <a:cubicBezTo>
                  <a:pt x="278618" y="366352"/>
                  <a:pt x="278980" y="363939"/>
                  <a:pt x="279614" y="361556"/>
                </a:cubicBezTo>
                <a:cubicBezTo>
                  <a:pt x="280247" y="359324"/>
                  <a:pt x="281092" y="357122"/>
                  <a:pt x="282147" y="355071"/>
                </a:cubicBezTo>
                <a:cubicBezTo>
                  <a:pt x="287909" y="344091"/>
                  <a:pt x="299099" y="337304"/>
                  <a:pt x="311345" y="337304"/>
                </a:cubicBezTo>
                <a:lnTo>
                  <a:pt x="440324" y="337304"/>
                </a:lnTo>
                <a:cubicBezTo>
                  <a:pt x="442646" y="337304"/>
                  <a:pt x="445059" y="337576"/>
                  <a:pt x="447472" y="338119"/>
                </a:cubicBezTo>
                <a:cubicBezTo>
                  <a:pt x="449644" y="338602"/>
                  <a:pt x="451876" y="339386"/>
                  <a:pt x="454078" y="340411"/>
                </a:cubicBezTo>
                <a:cubicBezTo>
                  <a:pt x="465239" y="345630"/>
                  <a:pt x="472478" y="356488"/>
                  <a:pt x="473021" y="368735"/>
                </a:cubicBezTo>
                <a:cubicBezTo>
                  <a:pt x="473021" y="369006"/>
                  <a:pt x="473081" y="369278"/>
                  <a:pt x="473141" y="369549"/>
                </a:cubicBezTo>
                <a:cubicBezTo>
                  <a:pt x="473111" y="369760"/>
                  <a:pt x="473081" y="369971"/>
                  <a:pt x="473081" y="370213"/>
                </a:cubicBezTo>
                <a:lnTo>
                  <a:pt x="473051" y="507546"/>
                </a:lnTo>
                <a:cubicBezTo>
                  <a:pt x="472990" y="509356"/>
                  <a:pt x="472236" y="511015"/>
                  <a:pt x="470939" y="512342"/>
                </a:cubicBezTo>
                <a:cubicBezTo>
                  <a:pt x="469582" y="513699"/>
                  <a:pt x="467802" y="514454"/>
                  <a:pt x="465661" y="514454"/>
                </a:cubicBezTo>
                <a:cubicBezTo>
                  <a:pt x="465208" y="514423"/>
                  <a:pt x="464726" y="514363"/>
                  <a:pt x="464243" y="514272"/>
                </a:cubicBezTo>
                <a:cubicBezTo>
                  <a:pt x="463761" y="514152"/>
                  <a:pt x="463278" y="513971"/>
                  <a:pt x="462825" y="513790"/>
                </a:cubicBezTo>
                <a:cubicBezTo>
                  <a:pt x="460382" y="512614"/>
                  <a:pt x="458784" y="510231"/>
                  <a:pt x="458693" y="507848"/>
                </a:cubicBezTo>
                <a:lnTo>
                  <a:pt x="458693" y="404719"/>
                </a:lnTo>
                <a:cubicBezTo>
                  <a:pt x="458693" y="399652"/>
                  <a:pt x="456491" y="394826"/>
                  <a:pt x="452660" y="391478"/>
                </a:cubicBezTo>
                <a:cubicBezTo>
                  <a:pt x="445844" y="385505"/>
                  <a:pt x="434623" y="385445"/>
                  <a:pt x="427655" y="391508"/>
                </a:cubicBezTo>
                <a:cubicBezTo>
                  <a:pt x="424066" y="394675"/>
                  <a:pt x="421894" y="399139"/>
                  <a:pt x="421653" y="403664"/>
                </a:cubicBezTo>
                <a:cubicBezTo>
                  <a:pt x="421653" y="403754"/>
                  <a:pt x="421622" y="404599"/>
                  <a:pt x="421622" y="404689"/>
                </a:cubicBezTo>
                <a:lnTo>
                  <a:pt x="421622" y="605155"/>
                </a:lnTo>
                <a:cubicBezTo>
                  <a:pt x="421622" y="610825"/>
                  <a:pt x="426237" y="615410"/>
                  <a:pt x="431878" y="615410"/>
                </a:cubicBezTo>
                <a:cubicBezTo>
                  <a:pt x="437518" y="615410"/>
                  <a:pt x="442133" y="610795"/>
                  <a:pt x="442133" y="605155"/>
                </a:cubicBezTo>
                <a:lnTo>
                  <a:pt x="442133" y="521663"/>
                </a:lnTo>
                <a:cubicBezTo>
                  <a:pt x="444848" y="526127"/>
                  <a:pt x="448860" y="529837"/>
                  <a:pt x="453746" y="532220"/>
                </a:cubicBezTo>
                <a:cubicBezTo>
                  <a:pt x="455647" y="533155"/>
                  <a:pt x="457577" y="533848"/>
                  <a:pt x="459417" y="534271"/>
                </a:cubicBezTo>
                <a:cubicBezTo>
                  <a:pt x="461046" y="534663"/>
                  <a:pt x="462675" y="534904"/>
                  <a:pt x="464394" y="534934"/>
                </a:cubicBezTo>
                <a:cubicBezTo>
                  <a:pt x="464605" y="534965"/>
                  <a:pt x="465661" y="535055"/>
                  <a:pt x="465902" y="535055"/>
                </a:cubicBezTo>
                <a:cubicBezTo>
                  <a:pt x="473262" y="535055"/>
                  <a:pt x="480230" y="532159"/>
                  <a:pt x="485448" y="526911"/>
                </a:cubicBezTo>
                <a:cubicBezTo>
                  <a:pt x="490546" y="521844"/>
                  <a:pt x="493411" y="515117"/>
                  <a:pt x="493532" y="508300"/>
                </a:cubicBezTo>
                <a:cubicBezTo>
                  <a:pt x="493562" y="508149"/>
                  <a:pt x="493592" y="507456"/>
                  <a:pt x="493592" y="507305"/>
                </a:cubicBezTo>
                <a:lnTo>
                  <a:pt x="493562" y="369278"/>
                </a:lnTo>
                <a:cubicBezTo>
                  <a:pt x="493652" y="369187"/>
                  <a:pt x="493622" y="367860"/>
                  <a:pt x="493622" y="367800"/>
                </a:cubicBezTo>
                <a:close/>
                <a:moveTo>
                  <a:pt x="339307" y="263978"/>
                </a:moveTo>
                <a:cubicBezTo>
                  <a:pt x="339307" y="243859"/>
                  <a:pt x="355685" y="227480"/>
                  <a:pt x="375835" y="227480"/>
                </a:cubicBezTo>
                <a:cubicBezTo>
                  <a:pt x="395953" y="227480"/>
                  <a:pt x="412332" y="243859"/>
                  <a:pt x="412332" y="263978"/>
                </a:cubicBezTo>
                <a:cubicBezTo>
                  <a:pt x="412332" y="284127"/>
                  <a:pt x="395953" y="300505"/>
                  <a:pt x="375835" y="300505"/>
                </a:cubicBezTo>
                <a:cubicBezTo>
                  <a:pt x="355685" y="300505"/>
                  <a:pt x="339307" y="284127"/>
                  <a:pt x="339307" y="263978"/>
                </a:cubicBezTo>
                <a:close/>
                <a:moveTo>
                  <a:pt x="175098" y="263978"/>
                </a:moveTo>
                <a:cubicBezTo>
                  <a:pt x="175098" y="243859"/>
                  <a:pt x="191477" y="227480"/>
                  <a:pt x="211626" y="227480"/>
                </a:cubicBezTo>
                <a:cubicBezTo>
                  <a:pt x="231775" y="227480"/>
                  <a:pt x="248153" y="243859"/>
                  <a:pt x="248153" y="263978"/>
                </a:cubicBezTo>
                <a:cubicBezTo>
                  <a:pt x="248153" y="284127"/>
                  <a:pt x="231775" y="300505"/>
                  <a:pt x="211626" y="300505"/>
                </a:cubicBezTo>
                <a:cubicBezTo>
                  <a:pt x="191477" y="300505"/>
                  <a:pt x="175098" y="284127"/>
                  <a:pt x="175098" y="263978"/>
                </a:cubicBezTo>
                <a:close/>
              </a:path>
            </a:pathLst>
          </a:custGeom>
          <a:solidFill>
            <a:srgbClr val="EC8F2D"/>
          </a:solidFill>
          <a:ln w="3016" cap="flat">
            <a:solidFill>
              <a:srgbClr val="EC8F2D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192CBCF-5CA3-2F80-151C-E14DB99DE740}"/>
              </a:ext>
            </a:extLst>
          </p:cNvPr>
          <p:cNvSpPr/>
          <p:nvPr/>
        </p:nvSpPr>
        <p:spPr>
          <a:xfrm>
            <a:off x="646254" y="2233039"/>
            <a:ext cx="3441880" cy="626426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Market Opportunity – 30%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6BD06-9555-BFDD-BB5F-B655A92C0963}"/>
              </a:ext>
            </a:extLst>
          </p:cNvPr>
          <p:cNvSpPr txBox="1"/>
          <p:nvPr/>
        </p:nvSpPr>
        <p:spPr>
          <a:xfrm>
            <a:off x="739734" y="5787563"/>
            <a:ext cx="278798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/>
            </a:pPr>
            <a:r>
              <a:rPr lang="en-US" sz="1100" b="1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Company Movement</a:t>
            </a:r>
          </a:p>
          <a:p>
            <a:pPr algn="ctr" rtl="0">
              <a:defRPr/>
            </a:pPr>
            <a:endParaRPr lang="en-US" sz="1100" b="1" kern="1200">
              <a:solidFill>
                <a:prstClr val="black"/>
              </a:solidFill>
              <a:latin typeface="Segoe UI"/>
              <a:ea typeface="+mn-ea"/>
              <a:cs typeface="+mn-cs"/>
            </a:endParaRPr>
          </a:p>
          <a:p>
            <a:pPr algn="ctr" rtl="0">
              <a:defRPr/>
            </a:pPr>
            <a:r>
              <a:rPr lang="en-US" sz="1100" kern="1200">
                <a:solidFill>
                  <a:prstClr val="black"/>
                </a:solidFill>
                <a:latin typeface="Segoe UI"/>
                <a:ea typeface="+mn-ea"/>
                <a:cs typeface="+mn-cs"/>
              </a:rPr>
              <a:t>How industries will have impact on flour demand and what companies are moving or leaving that metro.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7EF1B1D-EBA0-F019-EE21-928151B0E259}"/>
              </a:ext>
            </a:extLst>
          </p:cNvPr>
          <p:cNvSpPr/>
          <p:nvPr/>
        </p:nvSpPr>
        <p:spPr>
          <a:xfrm>
            <a:off x="4361432" y="2285015"/>
            <a:ext cx="3441880" cy="47905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Bent-Up 24">
            <a:extLst>
              <a:ext uri="{FF2B5EF4-FFF2-40B4-BE49-F238E27FC236}">
                <a16:creationId xmlns:a16="http://schemas.microsoft.com/office/drawing/2014/main" id="{D6A5BD38-C64D-D2D5-1B6F-3901A82DF67D}"/>
              </a:ext>
            </a:extLst>
          </p:cNvPr>
          <p:cNvSpPr/>
          <p:nvPr/>
        </p:nvSpPr>
        <p:spPr>
          <a:xfrm flipH="1" flipV="1">
            <a:off x="1219048" y="3994900"/>
            <a:ext cx="2937161" cy="954900"/>
          </a:xfrm>
          <a:prstGeom prst="bentUp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597F21B-E58A-871C-5AD6-18EB9FC00F0C}"/>
              </a:ext>
            </a:extLst>
          </p:cNvPr>
          <p:cNvSpPr/>
          <p:nvPr/>
        </p:nvSpPr>
        <p:spPr>
          <a:xfrm>
            <a:off x="4349660" y="5857910"/>
            <a:ext cx="3441880" cy="47905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EE3E3398-132F-EA15-420A-F7C134C36A68}"/>
              </a:ext>
            </a:extLst>
          </p:cNvPr>
          <p:cNvSpPr/>
          <p:nvPr/>
        </p:nvSpPr>
        <p:spPr>
          <a:xfrm rot="5400000" flipV="1">
            <a:off x="9615525" y="2115198"/>
            <a:ext cx="1097280" cy="3766915"/>
          </a:xfrm>
          <a:prstGeom prst="bentUpArrow">
            <a:avLst>
              <a:gd name="adj1" fmla="val 23127"/>
              <a:gd name="adj2" fmla="val 25000"/>
              <a:gd name="adj3" fmla="val 25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9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62" grpId="0" animBg="1"/>
      <p:bldP spid="17" grpId="0"/>
      <p:bldP spid="31" grpId="0"/>
      <p:bldP spid="39" grpId="0"/>
      <p:bldP spid="43" grpId="0"/>
      <p:bldP spid="47" grpId="0" animBg="1"/>
      <p:bldP spid="48" grpId="0" animBg="1"/>
      <p:bldP spid="77" grpId="0" animBg="1"/>
      <p:bldP spid="46" grpId="0" animBg="1"/>
      <p:bldP spid="5" grpId="0"/>
      <p:bldP spid="2" grpId="0" animBg="1"/>
      <p:bldP spid="25" grpId="0" animBg="1"/>
      <p:bldP spid="26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79E5-8D0F-64A7-8D7E-FD9769DA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E9DE9B-C6D5-12F7-0E8F-825D807B6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3030200" cy="954901"/>
          </a:xfrm>
        </p:spPr>
        <p:txBody>
          <a:bodyPr/>
          <a:lstStyle/>
          <a:p>
            <a:r>
              <a:rPr lang="en-US" dirty="0"/>
              <a:t>Order of the True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16B91B-C999-B80E-1E63-FEE89457B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28411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65D9C-71B7-3747-F4A8-DF24EAF63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86852" y="7513021"/>
            <a:ext cx="4937125" cy="307777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</a:rPr>
              <a:t>Flour Frontier  ·  Jake Gilstein</a:t>
            </a: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ounded Rectangle 23">
            <a:extLst>
              <a:ext uri="{FF2B5EF4-FFF2-40B4-BE49-F238E27FC236}">
                <a16:creationId xmlns:a16="http://schemas.microsoft.com/office/drawing/2014/main" id="{51F196CE-AF80-39CA-DF1A-5D4231594827}"/>
              </a:ext>
            </a:extLst>
          </p:cNvPr>
          <p:cNvSpPr/>
          <p:nvPr/>
        </p:nvSpPr>
        <p:spPr>
          <a:xfrm>
            <a:off x="2099469" y="2065054"/>
            <a:ext cx="10249064" cy="4523241"/>
          </a:xfrm>
          <a:prstGeom prst="roundRect">
            <a:avLst/>
          </a:prstGeom>
          <a:solidFill>
            <a:schemeClr val="tx1"/>
          </a:solidFill>
          <a:ln w="12700" cap="rnd" cmpd="sng" algn="ctr">
            <a:solidFill>
              <a:sysClr val="window" lastClr="FFFFFF"/>
            </a:solidFill>
            <a:prstDash val="solid"/>
          </a:ln>
          <a:effectLst>
            <a:innerShdw blurRad="25400" dist="12700" dir="13500000">
              <a:srgbClr val="000000">
                <a:alpha val="4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12E63-1A5D-20F7-2376-7DBE6433C487}"/>
              </a:ext>
            </a:extLst>
          </p:cNvPr>
          <p:cNvSpPr txBox="1"/>
          <p:nvPr/>
        </p:nvSpPr>
        <p:spPr>
          <a:xfrm>
            <a:off x="3301173" y="2392365"/>
            <a:ext cx="1655989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32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Houston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DEC4E-21B0-EC93-A9C4-0041DB8F6FB9}"/>
              </a:ext>
            </a:extLst>
          </p:cNvPr>
          <p:cNvSpPr/>
          <p:nvPr/>
        </p:nvSpPr>
        <p:spPr>
          <a:xfrm>
            <a:off x="5536166" y="2409933"/>
            <a:ext cx="6359975" cy="498121"/>
          </a:xfrm>
          <a:prstGeom prst="rect">
            <a:avLst/>
          </a:prstGeom>
          <a:solidFill>
            <a:srgbClr val="C8102E"/>
          </a:solidFill>
          <a:ln w="9525" cap="rnd" cmpd="sng" algn="ctr">
            <a:noFill/>
            <a:prstDash val="solid"/>
          </a:ln>
          <a:effectLst>
            <a:innerShdw blurRad="25400" dist="12700" dir="13500000">
              <a:srgbClr val="000000">
                <a:alpha val="4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0676FD-D219-CE0B-6700-2CDB7B1554CA}"/>
              </a:ext>
            </a:extLst>
          </p:cNvPr>
          <p:cNvSpPr txBox="1"/>
          <p:nvPr/>
        </p:nvSpPr>
        <p:spPr>
          <a:xfrm>
            <a:off x="11346247" y="2476067"/>
            <a:ext cx="514334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20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D3496A-C1C5-7076-0E37-E45BA1A9988D}"/>
              </a:ext>
            </a:extLst>
          </p:cNvPr>
          <p:cNvSpPr txBox="1"/>
          <p:nvPr/>
        </p:nvSpPr>
        <p:spPr>
          <a:xfrm>
            <a:off x="3401945" y="3249051"/>
            <a:ext cx="1170056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lang="en-US" sz="32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Dallas</a:t>
            </a:r>
            <a:endParaRPr sz="3200" b="1" kern="120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832120-743F-1A54-0E77-ABFD0C6331C9}"/>
              </a:ext>
            </a:extLst>
          </p:cNvPr>
          <p:cNvSpPr txBox="1"/>
          <p:nvPr/>
        </p:nvSpPr>
        <p:spPr>
          <a:xfrm>
            <a:off x="3301173" y="4073814"/>
            <a:ext cx="137160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32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Atlanta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E331AF-D7FD-CD28-A558-6AB6878E8E68}"/>
              </a:ext>
            </a:extLst>
          </p:cNvPr>
          <p:cNvSpPr txBox="1"/>
          <p:nvPr/>
        </p:nvSpPr>
        <p:spPr>
          <a:xfrm>
            <a:off x="3301173" y="4972840"/>
            <a:ext cx="137160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32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Tampa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A1619B-494E-532B-AC7C-8C2CCF202358}"/>
              </a:ext>
            </a:extLst>
          </p:cNvPr>
          <p:cNvSpPr txBox="1"/>
          <p:nvPr/>
        </p:nvSpPr>
        <p:spPr>
          <a:xfrm>
            <a:off x="3158978" y="5851622"/>
            <a:ext cx="165599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32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Phoenix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0A6950-9C50-0866-4ADF-2FEB5D6679BF}"/>
              </a:ext>
            </a:extLst>
          </p:cNvPr>
          <p:cNvSpPr/>
          <p:nvPr/>
        </p:nvSpPr>
        <p:spPr>
          <a:xfrm>
            <a:off x="5539114" y="3269814"/>
            <a:ext cx="6357027" cy="498121"/>
          </a:xfrm>
          <a:prstGeom prst="rect">
            <a:avLst/>
          </a:prstGeom>
          <a:solidFill>
            <a:srgbClr val="F97316"/>
          </a:solidFill>
          <a:ln w="9525" cap="rnd" cmpd="sng" algn="ctr">
            <a:noFill/>
            <a:prstDash val="solid"/>
          </a:ln>
          <a:effectLst>
            <a:innerShdw blurRad="25400" dist="12700" dir="13500000">
              <a:srgbClr val="000000">
                <a:alpha val="4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08E355-CF1C-31EB-36D4-5527EF20081D}"/>
              </a:ext>
            </a:extLst>
          </p:cNvPr>
          <p:cNvSpPr/>
          <p:nvPr/>
        </p:nvSpPr>
        <p:spPr>
          <a:xfrm>
            <a:off x="5536166" y="4152940"/>
            <a:ext cx="6357027" cy="498121"/>
          </a:xfrm>
          <a:prstGeom prst="rect">
            <a:avLst/>
          </a:prstGeom>
          <a:solidFill>
            <a:srgbClr val="22C55E"/>
          </a:solidFill>
          <a:ln w="9525" cap="rnd" cmpd="sng" algn="ctr">
            <a:noFill/>
            <a:prstDash val="solid"/>
          </a:ln>
          <a:effectLst>
            <a:innerShdw blurRad="25400" dist="12700" dir="13500000">
              <a:srgbClr val="000000">
                <a:alpha val="4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1B8CA-941D-8B58-1CCE-EB9C4EF34421}"/>
              </a:ext>
            </a:extLst>
          </p:cNvPr>
          <p:cNvSpPr/>
          <p:nvPr/>
        </p:nvSpPr>
        <p:spPr>
          <a:xfrm>
            <a:off x="5536166" y="5077666"/>
            <a:ext cx="6357027" cy="498121"/>
          </a:xfrm>
          <a:prstGeom prst="rect">
            <a:avLst/>
          </a:prstGeom>
          <a:solidFill>
            <a:srgbClr val="000000"/>
          </a:solidFill>
          <a:ln w="9525" cap="rnd" cmpd="sng" algn="ctr">
            <a:noFill/>
            <a:prstDash val="solid"/>
          </a:ln>
          <a:effectLst>
            <a:innerShdw blurRad="25400" dist="12700" dir="13500000">
              <a:srgbClr val="000000">
                <a:alpha val="4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39CE1-F5F8-7B44-279B-1BDC64DF2572}"/>
              </a:ext>
            </a:extLst>
          </p:cNvPr>
          <p:cNvSpPr/>
          <p:nvPr/>
        </p:nvSpPr>
        <p:spPr>
          <a:xfrm>
            <a:off x="5536166" y="5931956"/>
            <a:ext cx="6357027" cy="498121"/>
          </a:xfrm>
          <a:prstGeom prst="rect">
            <a:avLst/>
          </a:prstGeom>
          <a:solidFill>
            <a:srgbClr val="F7C61E"/>
          </a:solidFill>
          <a:ln w="9525" cap="rnd" cmpd="sng" algn="ctr">
            <a:noFill/>
            <a:prstDash val="solid"/>
          </a:ln>
          <a:effectLst>
            <a:innerShdw blurRad="25400" dist="12700" dir="13500000">
              <a:srgbClr val="000000">
                <a:alpha val="45000"/>
              </a:srgbClr>
            </a:inn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6E8D7-4861-D694-823F-9556BF2A7CEF}"/>
              </a:ext>
            </a:extLst>
          </p:cNvPr>
          <p:cNvSpPr txBox="1"/>
          <p:nvPr/>
        </p:nvSpPr>
        <p:spPr>
          <a:xfrm>
            <a:off x="11337069" y="3341384"/>
            <a:ext cx="52351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20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3.95</a:t>
            </a:r>
            <a:endParaRPr sz="1100" b="1" kern="120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78DF3B-11BF-83E3-1DCC-E8BAF1CE1493}"/>
              </a:ext>
            </a:extLst>
          </p:cNvPr>
          <p:cNvSpPr txBox="1"/>
          <p:nvPr/>
        </p:nvSpPr>
        <p:spPr>
          <a:xfrm>
            <a:off x="11308147" y="4229645"/>
            <a:ext cx="65207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20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3.50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5931FC-65D9-6042-51D4-3DB658CA3C01}"/>
              </a:ext>
            </a:extLst>
          </p:cNvPr>
          <p:cNvSpPr txBox="1"/>
          <p:nvPr/>
        </p:nvSpPr>
        <p:spPr>
          <a:xfrm>
            <a:off x="11308147" y="5157506"/>
            <a:ext cx="50381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20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33EA3D-8C6E-85CA-6BCB-95AE00189478}"/>
              </a:ext>
            </a:extLst>
          </p:cNvPr>
          <p:cNvSpPr txBox="1"/>
          <p:nvPr/>
        </p:nvSpPr>
        <p:spPr>
          <a:xfrm>
            <a:off x="11308147" y="6013902"/>
            <a:ext cx="65207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 defTabSz="457200" rtl="0"/>
            <a:r>
              <a:rPr sz="2000" b="1" kern="120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2.80</a:t>
            </a:r>
          </a:p>
        </p:txBody>
      </p:sp>
      <p:pic>
        <p:nvPicPr>
          <p:cNvPr id="2" name="scratchonix-drum-roll-for-victory-366448">
            <a:hlinkClick r:id="" action="ppaction://media"/>
            <a:extLst>
              <a:ext uri="{FF2B5EF4-FFF2-40B4-BE49-F238E27FC236}">
                <a16:creationId xmlns:a16="http://schemas.microsoft.com/office/drawing/2014/main" id="{18C3FF39-BAAF-2D73-B3E4-58DDD10735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16700" y="1576928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4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0" grpId="0"/>
      <p:bldP spid="20" grpId="0"/>
      <p:bldP spid="23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78CF-DE0A-347B-D375-E0366196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13057E-3DD8-5EA2-12B1-6BD1FD56C8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2038" y="1538950"/>
            <a:ext cx="1320800" cy="132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B09755-349C-3E62-D5DC-764DDDD8189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56174" y="1452679"/>
            <a:ext cx="1454116" cy="1514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F1AFA7-0314-6FB9-4C63-4FB116045CE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00" y="1545129"/>
            <a:ext cx="1320800" cy="13208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B1E7DE-2120-36CC-84F3-9B8018F3A1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3030200" cy="954901"/>
          </a:xfrm>
        </p:spPr>
        <p:txBody>
          <a:bodyPr/>
          <a:lstStyle/>
          <a:p>
            <a:r>
              <a:rPr lang="en-US"/>
              <a:t>What Connects the True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EB533-4F9F-5348-773A-9FF3402F0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28411"/>
            <a:ext cx="299724" cy="138499"/>
          </a:xfrm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-50" normalizeH="0" baseline="0" noProof="0" dirty="0">
                <a:ln>
                  <a:noFill/>
                </a:ln>
                <a:solidFill>
                  <a:srgbClr val="0054A6"/>
                </a:solidFill>
                <a:effectLst/>
                <a:uLnTx/>
                <a:uFillTx/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99CDE-BA92-5D5A-9938-ECDFA8828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86852" y="7513021"/>
            <a:ext cx="4937125" cy="307777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Flour Frontier  ·  Jake Gilstein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40F90B-CDEF-5BAC-C186-97C8BF436F1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2300" y="1549410"/>
            <a:ext cx="1320800" cy="132080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4F6763E-371B-5D83-DD2C-EEBF95BA8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5014" y="1549410"/>
            <a:ext cx="1320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C86E84-4E03-3D61-5EF6-0CC8D1F64A14}"/>
              </a:ext>
            </a:extLst>
          </p:cNvPr>
          <p:cNvSpPr txBox="1"/>
          <p:nvPr/>
        </p:nvSpPr>
        <p:spPr>
          <a:xfrm>
            <a:off x="6462038" y="4348196"/>
            <a:ext cx="6461939" cy="40995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Hispanic 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market</a:t>
            </a:r>
          </a:p>
          <a:p>
            <a:pPr marL="342900" indent="-342900">
              <a:buFontTx/>
              <a:buChar char="-"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Proximity to competition</a:t>
            </a:r>
          </a:p>
          <a:p>
            <a:pPr marL="342900" indent="-342900">
              <a:buFontTx/>
              <a:buChar char="-"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Competitive pricing strategy</a:t>
            </a:r>
          </a:p>
          <a:p>
            <a:pPr marL="342900" indent="-342900">
              <a:buFontTx/>
              <a:buChar char="-"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Product assortment</a:t>
            </a:r>
          </a:p>
          <a:p>
            <a:pPr marL="342900" indent="-342900">
              <a:buFontTx/>
              <a:buChar char="-"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Reevaluate go-to-market strategy</a:t>
            </a:r>
          </a:p>
          <a:p>
            <a:pPr marL="342900" indent="-342900">
              <a:buFontTx/>
              <a:buChar char="-"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Continue to win through DSR accessibility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2400" b="1" dirty="0">
              <a:solidFill>
                <a:srgbClr val="000000"/>
              </a:solidFill>
              <a:latin typeface="Times New Roman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69CE8F29-16C1-FD89-4C7A-911A62748AE1}"/>
              </a:ext>
            </a:extLst>
          </p:cNvPr>
          <p:cNvSpPr/>
          <p:nvPr/>
        </p:nvSpPr>
        <p:spPr>
          <a:xfrm>
            <a:off x="2346414" y="4188579"/>
            <a:ext cx="2952571" cy="2024743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Opportunit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ies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Times New Roman"/>
              </a:rPr>
              <a:t>&amp; Next Steps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284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94A204-0B4E-89EA-EA21-A99E26AEB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Quantifying the Gap to 30% Flour Share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B6BD-359E-2714-675F-F4668EA81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72611-032E-28FD-8494-9E3B685BE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r>
              <a:rPr lang="en-US">
                <a:latin typeface="Times New Roman"/>
              </a:rPr>
              <a:t>Flour Frontier  ·  Jake Gilstein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EC224-C03D-5282-C2EF-9483854B7B38}"/>
              </a:ext>
            </a:extLst>
          </p:cNvPr>
          <p:cNvSpPr txBox="1"/>
          <p:nvPr/>
        </p:nvSpPr>
        <p:spPr>
          <a:xfrm>
            <a:off x="488749" y="5816458"/>
            <a:ext cx="1352239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¹ No regional DMA data was available for Phoenix, so share was back-calculated using ZIP-level invoice volume benchmarked against the West Region Circana total, making it a directional estimate rather than a direct DMA read. CWT and RNS for Phoenix are similarly back-calculated from GMI's own volume against this estimated share. 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² Total category volume sourced from Circana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Optika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. CWT reflects each metro's own DMA-level total flour category volume divided by 100 to isolate one share point in pounds, then converted to CWT and priced at $28/CWT.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Optika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represents less than 50% of total market coverage, so actual total category volume and therefore the true value of one share point is likely somewhat larger than shown here; these figures should be read as a conservative, directional floor rather than an exact total.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*Flour Total Market by DMA February ‘25-’26*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**FSI Territory Invoice Volume April ’26**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4BC3F-75C1-3FE6-3D0C-661D3714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401437"/>
              </p:ext>
            </p:extLst>
          </p:nvPr>
        </p:nvGraphicFramePr>
        <p:xfrm>
          <a:off x="570705" y="1493079"/>
          <a:ext cx="13440435" cy="420075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88087">
                  <a:extLst>
                    <a:ext uri="{9D8B030D-6E8A-4147-A177-3AD203B41FA5}">
                      <a16:colId xmlns:a16="http://schemas.microsoft.com/office/drawing/2014/main" val="566983193"/>
                    </a:ext>
                  </a:extLst>
                </a:gridCol>
                <a:gridCol w="2688087">
                  <a:extLst>
                    <a:ext uri="{9D8B030D-6E8A-4147-A177-3AD203B41FA5}">
                      <a16:colId xmlns:a16="http://schemas.microsoft.com/office/drawing/2014/main" val="213605987"/>
                    </a:ext>
                  </a:extLst>
                </a:gridCol>
                <a:gridCol w="2688087">
                  <a:extLst>
                    <a:ext uri="{9D8B030D-6E8A-4147-A177-3AD203B41FA5}">
                      <a16:colId xmlns:a16="http://schemas.microsoft.com/office/drawing/2014/main" val="4043005706"/>
                    </a:ext>
                  </a:extLst>
                </a:gridCol>
                <a:gridCol w="2688087">
                  <a:extLst>
                    <a:ext uri="{9D8B030D-6E8A-4147-A177-3AD203B41FA5}">
                      <a16:colId xmlns:a16="http://schemas.microsoft.com/office/drawing/2014/main" val="820428922"/>
                    </a:ext>
                  </a:extLst>
                </a:gridCol>
                <a:gridCol w="2688087">
                  <a:extLst>
                    <a:ext uri="{9D8B030D-6E8A-4147-A177-3AD203B41FA5}">
                      <a16:colId xmlns:a16="http://schemas.microsoft.com/office/drawing/2014/main" val="814410182"/>
                    </a:ext>
                  </a:extLst>
                </a:gridCol>
              </a:tblGrid>
              <a:tr h="864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Metro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GMI flour share*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Volume YoY**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30% share impact in CWT²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30% share impact RNS @ $28/CWT²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34204"/>
                  </a:ext>
                </a:extLst>
              </a:tr>
              <a:tr h="494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Houston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20.4%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+1.5%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$1,680,000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67897"/>
                  </a:ext>
                </a:extLst>
              </a:tr>
              <a:tr h="494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Dallas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+5.3%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$2,100,000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891646"/>
                  </a:ext>
                </a:extLst>
              </a:tr>
              <a:tr h="494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Atlanta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-1.5%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$616,000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973148"/>
                  </a:ext>
                </a:extLst>
              </a:tr>
              <a:tr h="494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Tampa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28.9%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+13.9%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3,500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$98,000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727192"/>
                  </a:ext>
                </a:extLst>
              </a:tr>
              <a:tr h="494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Phoenix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~15.6%¹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-0.7%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~28,000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~$784,000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202796"/>
                  </a:ext>
                </a:extLst>
              </a:tr>
              <a:tr h="864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True 5 combined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~188,500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~$5,278,000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424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36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260709-1818-20.1470033">
            <a:hlinkClick r:id="" action="ppaction://media"/>
            <a:extLst>
              <a:ext uri="{FF2B5EF4-FFF2-40B4-BE49-F238E27FC236}">
                <a16:creationId xmlns:a16="http://schemas.microsoft.com/office/drawing/2014/main" id="{C8EFA35F-3A48-AB4C-ACBB-57CFC2060B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b="1471"/>
          <a:stretch>
            <a:fillRect/>
          </a:stretch>
        </p:blipFill>
        <p:spPr>
          <a:xfrm>
            <a:off x="1763230" y="1345801"/>
            <a:ext cx="11103940" cy="553799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5F9E2-4723-410B-252C-CF978F3B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63BF4-EE4B-0034-7EDC-22B9B23F7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1125200" cy="954901"/>
          </a:xfrm>
        </p:spPr>
        <p:txBody>
          <a:bodyPr/>
          <a:lstStyle/>
          <a:p>
            <a:r>
              <a:rPr lang="en-US"/>
              <a:t>Introducing the Website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FA58B5-0192-D725-AA7B-D44C9DA9A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</p:spPr>
        <p:txBody>
          <a:bodyPr/>
          <a:lstStyle/>
          <a:p>
            <a:r>
              <a:rPr lang="en-US">
                <a:latin typeface="Times New Roman"/>
              </a:rPr>
              <a:t>Flour Frontier  ·  Jake Gilstein</a:t>
            </a:r>
          </a:p>
        </p:txBody>
      </p:sp>
    </p:spTree>
    <p:extLst>
      <p:ext uri="{BB962C8B-B14F-4D97-AF65-F5344CB8AC3E}">
        <p14:creationId xmlns:p14="http://schemas.microsoft.com/office/powerpoint/2010/main" val="2390463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8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260709-2209-59.4499115">
            <a:hlinkClick r:id="" action="ppaction://media"/>
            <a:extLst>
              <a:ext uri="{FF2B5EF4-FFF2-40B4-BE49-F238E27FC236}">
                <a16:creationId xmlns:a16="http://schemas.microsoft.com/office/drawing/2014/main" id="{F0007662-B572-ED32-1891-C0B5479B8E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56725" y="1375209"/>
            <a:ext cx="11316949" cy="56702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5F9E2-4723-410B-252C-CF978F3B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63BF4-EE4B-0034-7EDC-22B9B23F7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1125200" cy="954901"/>
          </a:xfrm>
        </p:spPr>
        <p:txBody>
          <a:bodyPr/>
          <a:lstStyle/>
          <a:p>
            <a:r>
              <a:rPr lang="en-US"/>
              <a:t>Map &amp; Legend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FA58B5-0192-D725-AA7B-D44C9DA9A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</p:spPr>
        <p:txBody>
          <a:bodyPr/>
          <a:lstStyle/>
          <a:p>
            <a:r>
              <a:rPr lang="en-US">
                <a:latin typeface="Times New Roman"/>
              </a:rPr>
              <a:t>Flour Frontier  ·  Jake Gilstein</a:t>
            </a:r>
          </a:p>
        </p:txBody>
      </p:sp>
    </p:spTree>
    <p:extLst>
      <p:ext uri="{BB962C8B-B14F-4D97-AF65-F5344CB8AC3E}">
        <p14:creationId xmlns:p14="http://schemas.microsoft.com/office/powerpoint/2010/main" val="400219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8C86-718C-D909-C0AC-4FBB59F0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81955-2076-1912-AE03-977DDDE05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4594A-0A50-B97B-1797-E980E3623E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1125200" cy="954901"/>
          </a:xfrm>
        </p:spPr>
        <p:txBody>
          <a:bodyPr/>
          <a:lstStyle/>
          <a:p>
            <a:r>
              <a:rPr lang="en-US"/>
              <a:t>Utilizing the Tooltip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5E5AA8-A659-4B69-0864-AAF37124E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</p:spPr>
        <p:txBody>
          <a:bodyPr/>
          <a:lstStyle/>
          <a:p>
            <a:r>
              <a:rPr lang="en-US">
                <a:latin typeface="Times New Roman"/>
              </a:rPr>
              <a:t>Flour Frontier  ·  Jake Gilstein</a:t>
            </a:r>
          </a:p>
        </p:txBody>
      </p:sp>
      <p:pic>
        <p:nvPicPr>
          <p:cNvPr id="6" name="20260709-2212-05.9677190">
            <a:hlinkClick r:id="" action="ppaction://media"/>
            <a:extLst>
              <a:ext uri="{FF2B5EF4-FFF2-40B4-BE49-F238E27FC236}">
                <a16:creationId xmlns:a16="http://schemas.microsoft.com/office/drawing/2014/main" id="{49D7046C-EC72-A1F1-B769-B3D829F7772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93166" y="1375937"/>
            <a:ext cx="11844068" cy="566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00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680B-77B0-95B3-BB92-65F6667C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 Recording 2026-07-09 172017">
            <a:hlinkClick r:id="" action="ppaction://media"/>
            <a:extLst>
              <a:ext uri="{FF2B5EF4-FFF2-40B4-BE49-F238E27FC236}">
                <a16:creationId xmlns:a16="http://schemas.microsoft.com/office/drawing/2014/main" id="{3E01185C-FDD8-2498-785F-B2FF6B6BFD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54917" y="1366918"/>
            <a:ext cx="11728315" cy="58455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18B8-71F5-D7ED-8F78-BA4E92042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83232" y="7543800"/>
            <a:ext cx="299724" cy="138499"/>
          </a:xfrm>
        </p:spPr>
        <p:txBody>
          <a:bodyPr/>
          <a:lstStyle/>
          <a:p>
            <a:fld id="{B9EAE338-4E94-49B7-92F0-EE24C5F9429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9C2C8-4216-DE20-6F2C-F01EE9E18B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38178"/>
            <a:ext cx="11125200" cy="954901"/>
          </a:xfrm>
        </p:spPr>
        <p:txBody>
          <a:bodyPr/>
          <a:lstStyle/>
          <a:p>
            <a:r>
              <a:rPr lang="en-US"/>
              <a:t>What I’m Leaving Behind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C74D46-7173-7BBF-AEFC-CF3976B23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85046" y="7537533"/>
            <a:ext cx="4937125" cy="153888"/>
          </a:xfrm>
        </p:spPr>
        <p:txBody>
          <a:bodyPr/>
          <a:lstStyle/>
          <a:p>
            <a:r>
              <a:rPr lang="en-US">
                <a:latin typeface="Times New Roman"/>
              </a:rPr>
              <a:t>Flour Frontier  ·  Jake Gilstein</a:t>
            </a:r>
          </a:p>
        </p:txBody>
      </p:sp>
    </p:spTree>
    <p:extLst>
      <p:ext uri="{BB962C8B-B14F-4D97-AF65-F5344CB8AC3E}">
        <p14:creationId xmlns:p14="http://schemas.microsoft.com/office/powerpoint/2010/main" val="241923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88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A9B2-6FD7-E2A1-6BE0-738AC237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B6EA10-151A-DC71-5B82-8855E4BEF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Turning the True 5 </a:t>
            </a:r>
            <a:r>
              <a:rPr lang="en-US"/>
              <a:t>Into Action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AF59E-8C6A-CA1E-D380-1041DD0FF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Bef>
                <a:spcPts val="155"/>
              </a:spcBef>
            </a:pPr>
            <a:fld id="{B9EAE338-4E94-49B7-92F0-EE24C5F9429A}" type="slidenum">
              <a:rPr lang="en-US" smtClean="0"/>
              <a:pPr>
                <a:spcBef>
                  <a:spcPts val="155"/>
                </a:spcBef>
              </a:pPr>
              <a:t>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583CA-2829-F07E-8796-64F7F44B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r>
              <a:rPr lang="en-US">
                <a:latin typeface="Times New Roman"/>
              </a:rPr>
              <a:t>Flour Frontier  ·  Jake Gilstein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9A02A8-6214-C5AF-63AC-398E85695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21006"/>
              </p:ext>
            </p:extLst>
          </p:nvPr>
        </p:nvGraphicFramePr>
        <p:xfrm>
          <a:off x="800100" y="1409700"/>
          <a:ext cx="13030200" cy="55782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1392217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3607552779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3332906729"/>
                    </a:ext>
                  </a:extLst>
                </a:gridCol>
              </a:tblGrid>
              <a:tr h="656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What it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934973"/>
                  </a:ext>
                </a:extLst>
              </a:tr>
              <a:tr h="1640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effectLst/>
                        </a:rPr>
                        <a:t>Prioritize the True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effectLst/>
                        </a:rPr>
                        <a:t>Focus first on Houston, Dallas, Atlanta, Tampa, and Phoenix as separate market playbooks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Hitting national 30% flour share threshold across the True 5 equals 188,000 CWT or $5,264,000 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889853"/>
                  </a:ext>
                </a:extLst>
              </a:tr>
              <a:tr h="1640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Highlight commonalities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Align each metro to the operators most likely to drive flour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Hispanic market, pizza, regional bakeries, manufacturers, tourism accounts, and distributor-led independents prove to be winnable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521207"/>
                  </a:ext>
                </a:extLst>
              </a:tr>
              <a:tr h="1640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Leverage toolkit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AE, ZM and distributor action plans the team can keep 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The website, map and workbook all follow market-specific steps to create a guide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11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195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5B0EBF-00BF-06E7-9B25-05DEC04BCB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3124199"/>
            <a:ext cx="5334000" cy="3200401"/>
          </a:xfrm>
        </p:spPr>
        <p:txBody>
          <a:bodyPr>
            <a:normAutofit fontScale="92500"/>
          </a:bodyPr>
          <a:lstStyle/>
          <a:p>
            <a:r>
              <a:rPr lang="en-US"/>
              <a:t>Thank you!</a:t>
            </a:r>
          </a:p>
          <a:p>
            <a:r>
              <a:rPr lang="en-US"/>
              <a:t>Q/A &amp; Feedback?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4C16A-E7D6-A9A3-0ABC-59FD290726A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72400" y="381000"/>
            <a:ext cx="47244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3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4_Office Theme">
  <a:themeElements>
    <a:clrScheme name="GMI Brand 2025">
      <a:dk1>
        <a:srgbClr val="0054A6"/>
      </a:dk1>
      <a:lt1>
        <a:sysClr val="window" lastClr="FFFFFF"/>
      </a:lt1>
      <a:dk2>
        <a:srgbClr val="0054A6"/>
      </a:dk2>
      <a:lt2>
        <a:srgbClr val="50BFE7"/>
      </a:lt2>
      <a:accent1>
        <a:srgbClr val="0054A6"/>
      </a:accent1>
      <a:accent2>
        <a:srgbClr val="0099D9"/>
      </a:accent2>
      <a:accent3>
        <a:srgbClr val="6CC04A"/>
      </a:accent3>
      <a:accent4>
        <a:srgbClr val="00ADB5"/>
      </a:accent4>
      <a:accent5>
        <a:srgbClr val="F8971D"/>
      </a:accent5>
      <a:accent6>
        <a:srgbClr val="50BFE7"/>
      </a:accent6>
      <a:hlink>
        <a:srgbClr val="0054A6"/>
      </a:hlink>
      <a:folHlink>
        <a:srgbClr val="3F3F3F"/>
      </a:folHlink>
    </a:clrScheme>
    <a:fontScheme name="Custom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MI_PowerPoint_Template_2025" id="{3C9A0074-4159-F749-AF4D-A3AE44B2A35B}" vid="{19D78C99-86D1-154E-B673-FB07C3091C89}"/>
    </a:ext>
  </a:extLst>
</a:theme>
</file>

<file path=ppt/theme/theme2.xml><?xml version="1.0" encoding="utf-8"?>
<a:theme xmlns:a="http://schemas.openxmlformats.org/drawingml/2006/main" name="Talent Brand Theme">
  <a:themeElements>
    <a:clrScheme name="Onboarding 2">
      <a:dk1>
        <a:srgbClr val="797979"/>
      </a:dk1>
      <a:lt1>
        <a:srgbClr val="FFFFFF"/>
      </a:lt1>
      <a:dk2>
        <a:srgbClr val="939598"/>
      </a:dk2>
      <a:lt2>
        <a:srgbClr val="E7E6E6"/>
      </a:lt2>
      <a:accent1>
        <a:srgbClr val="0054A6"/>
      </a:accent1>
      <a:accent2>
        <a:srgbClr val="0398D9"/>
      </a:accent2>
      <a:accent3>
        <a:srgbClr val="2E989D"/>
      </a:accent3>
      <a:accent4>
        <a:srgbClr val="E32624"/>
      </a:accent4>
      <a:accent5>
        <a:srgbClr val="00ADB5"/>
      </a:accent5>
      <a:accent6>
        <a:srgbClr val="F49022"/>
      </a:accent6>
      <a:hlink>
        <a:srgbClr val="0054A6"/>
      </a:hlink>
      <a:folHlink>
        <a:srgbClr val="F7941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334</TotalTime>
  <Words>1563</Words>
  <Application>Microsoft Office PowerPoint</Application>
  <PresentationFormat>Custom</PresentationFormat>
  <Paragraphs>257</Paragraphs>
  <Slides>13</Slides>
  <Notes>13</Notes>
  <HiddenSlides>0</HiddenSlides>
  <MMClips>5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Century Gothic</vt:lpstr>
      <vt:lpstr>Courier New</vt:lpstr>
      <vt:lpstr>Montserrat</vt:lpstr>
      <vt:lpstr>Montserrat ExtraBold</vt:lpstr>
      <vt:lpstr>Montserrat Medium</vt:lpstr>
      <vt:lpstr>Rockwell Nova</vt:lpstr>
      <vt:lpstr>Segoe UI</vt:lpstr>
      <vt:lpstr>Times New Roman</vt:lpstr>
      <vt:lpstr>14_Office Theme</vt:lpstr>
      <vt:lpstr>Talent Brand Theme</vt:lpstr>
      <vt:lpstr>PowerPoint Presentation</vt:lpstr>
      <vt:lpstr>Jake Gilstein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General Mills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Mueting</dc:creator>
  <cp:lastModifiedBy>Jake Gilstein</cp:lastModifiedBy>
  <cp:revision>1</cp:revision>
  <dcterms:created xsi:type="dcterms:W3CDTF">2026-06-16T19:53:32Z</dcterms:created>
  <dcterms:modified xsi:type="dcterms:W3CDTF">2026-07-10T16:01:01Z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Creator">
    <vt:lpwstr>Adobe InDesign 19.4 (Macintosh)</vt:lpwstr>
  </property>
  <property fmtid="{D5CDD505-2E9C-101B-9397-08002B2CF9AE}" pid="4" name="LastSaved">
    <vt:filetime>2024-06-10T00:00:00Z</vt:filetime>
  </property>
  <property fmtid="{D5CDD505-2E9C-101B-9397-08002B2CF9AE}" pid="5" name="Producer">
    <vt:lpwstr>Adobe PDF Library 17.0</vt:lpwstr>
  </property>
</Properties>
</file>